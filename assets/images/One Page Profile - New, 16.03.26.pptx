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A0A1"/>
    <a:srgbClr val="0334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1281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2A78-D6F4-4FA8-86CC-07915E2B359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87F1-860C-4A60-A423-F3CE210E5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384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2A78-D6F4-4FA8-86CC-07915E2B359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87F1-860C-4A60-A423-F3CE210E5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054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2A78-D6F4-4FA8-86CC-07915E2B359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87F1-860C-4A60-A423-F3CE210E5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378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2A78-D6F4-4FA8-86CC-07915E2B359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87F1-860C-4A60-A423-F3CE210E5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188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2A78-D6F4-4FA8-86CC-07915E2B359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87F1-860C-4A60-A423-F3CE210E5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327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2A78-D6F4-4FA8-86CC-07915E2B359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87F1-860C-4A60-A423-F3CE210E5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91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2A78-D6F4-4FA8-86CC-07915E2B359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87F1-860C-4A60-A423-F3CE210E5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321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2A78-D6F4-4FA8-86CC-07915E2B359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87F1-860C-4A60-A423-F3CE210E5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171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2A78-D6F4-4FA8-86CC-07915E2B359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87F1-860C-4A60-A423-F3CE210E5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871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2A78-D6F4-4FA8-86CC-07915E2B359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87F1-860C-4A60-A423-F3CE210E5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146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2A78-D6F4-4FA8-86CC-07915E2B359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87F1-860C-4A60-A423-F3CE210E5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501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5C2A78-D6F4-4FA8-86CC-07915E2B359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6A87F1-860C-4A60-A423-F3CE210E5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618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svg"/><Relationship Id="rId3" Type="http://schemas.openxmlformats.org/officeDocument/2006/relationships/image" Target="../media/image9.jpg"/><Relationship Id="rId7" Type="http://schemas.openxmlformats.org/officeDocument/2006/relationships/image" Target="../media/image2.png"/><Relationship Id="rId12" Type="http://schemas.openxmlformats.org/officeDocument/2006/relationships/image" Target="../media/image17.svg"/><Relationship Id="rId17" Type="http://schemas.openxmlformats.org/officeDocument/2006/relationships/image" Target="../media/image4.png"/><Relationship Id="rId2" Type="http://schemas.openxmlformats.org/officeDocument/2006/relationships/image" Target="../media/image1.jpeg"/><Relationship Id="rId16" Type="http://schemas.openxmlformats.org/officeDocument/2006/relationships/image" Target="../media/image2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11" Type="http://schemas.openxmlformats.org/officeDocument/2006/relationships/image" Target="../media/image16.svg"/><Relationship Id="rId5" Type="http://schemas.openxmlformats.org/officeDocument/2006/relationships/image" Target="../media/image11.svg"/><Relationship Id="rId15" Type="http://schemas.openxmlformats.org/officeDocument/2006/relationships/image" Target="../media/image20.svg"/><Relationship Id="rId10" Type="http://schemas.openxmlformats.org/officeDocument/2006/relationships/image" Target="../media/image15.svg"/><Relationship Id="rId4" Type="http://schemas.openxmlformats.org/officeDocument/2006/relationships/image" Target="../media/image10.svg"/><Relationship Id="rId9" Type="http://schemas.openxmlformats.org/officeDocument/2006/relationships/image" Target="../media/image14.svg"/><Relationship Id="rId1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A3B52-51FB-571D-4067-B4818C875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772928F-FE60-511D-7FF3-9C84EC548344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blipFill dpi="0" rotWithShape="1">
            <a:blip r:embed="rId2">
              <a:alphaModFix amt="50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D1E900C-E53E-9301-8490-40AB6790C152}"/>
              </a:ext>
            </a:extLst>
          </p:cNvPr>
          <p:cNvGrpSpPr/>
          <p:nvPr/>
        </p:nvGrpSpPr>
        <p:grpSpPr>
          <a:xfrm>
            <a:off x="9097702" y="0"/>
            <a:ext cx="1008146" cy="1249158"/>
            <a:chOff x="8930322" y="0"/>
            <a:chExt cx="1198675" cy="14852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C6D722F-10FB-D0AA-268B-00EA129B36A0}"/>
                </a:ext>
              </a:extLst>
            </p:cNvPr>
            <p:cNvSpPr/>
            <p:nvPr/>
          </p:nvSpPr>
          <p:spPr>
            <a:xfrm>
              <a:off x="8930322" y="0"/>
              <a:ext cx="975678" cy="842722"/>
            </a:xfrm>
            <a:custGeom>
              <a:avLst/>
              <a:gdLst>
                <a:gd name="csX0" fmla="*/ 0 w 754380"/>
                <a:gd name="csY0" fmla="*/ 0 h 567690"/>
                <a:gd name="csX1" fmla="*/ 521970 w 754380"/>
                <a:gd name="csY1" fmla="*/ 567690 h 567690"/>
                <a:gd name="csX2" fmla="*/ 754380 w 754380"/>
                <a:gd name="csY2" fmla="*/ 495300 h 567690"/>
                <a:gd name="csX3" fmla="*/ 752475 w 754380"/>
                <a:gd name="csY3" fmla="*/ 1905 h 567690"/>
                <a:gd name="csX4" fmla="*/ 0 w 754380"/>
                <a:gd name="csY4" fmla="*/ 0 h 567690"/>
                <a:gd name="csX0" fmla="*/ 0 w 754380"/>
                <a:gd name="csY0" fmla="*/ 0 h 567690"/>
                <a:gd name="csX1" fmla="*/ 521970 w 754380"/>
                <a:gd name="csY1" fmla="*/ 567690 h 567690"/>
                <a:gd name="csX2" fmla="*/ 641985 w 754380"/>
                <a:gd name="csY2" fmla="*/ 527685 h 567690"/>
                <a:gd name="csX3" fmla="*/ 754380 w 754380"/>
                <a:gd name="csY3" fmla="*/ 495300 h 567690"/>
                <a:gd name="csX4" fmla="*/ 752475 w 754380"/>
                <a:gd name="csY4" fmla="*/ 1905 h 567690"/>
                <a:gd name="csX5" fmla="*/ 0 w 754380"/>
                <a:gd name="csY5" fmla="*/ 0 h 567690"/>
                <a:gd name="csX0" fmla="*/ 0 w 754380"/>
                <a:gd name="csY0" fmla="*/ 0 h 649605"/>
                <a:gd name="csX1" fmla="*/ 521970 w 754380"/>
                <a:gd name="csY1" fmla="*/ 567690 h 649605"/>
                <a:gd name="csX2" fmla="*/ 676275 w 754380"/>
                <a:gd name="csY2" fmla="*/ 649605 h 649605"/>
                <a:gd name="csX3" fmla="*/ 754380 w 754380"/>
                <a:gd name="csY3" fmla="*/ 495300 h 649605"/>
                <a:gd name="csX4" fmla="*/ 752475 w 754380"/>
                <a:gd name="csY4" fmla="*/ 1905 h 649605"/>
                <a:gd name="csX5" fmla="*/ 0 w 754380"/>
                <a:gd name="csY5" fmla="*/ 0 h 649605"/>
                <a:gd name="csX0" fmla="*/ 0 w 754380"/>
                <a:gd name="csY0" fmla="*/ 0 h 649605"/>
                <a:gd name="csX1" fmla="*/ 521970 w 754380"/>
                <a:gd name="csY1" fmla="*/ 567690 h 649605"/>
                <a:gd name="csX2" fmla="*/ 676275 w 754380"/>
                <a:gd name="csY2" fmla="*/ 649605 h 649605"/>
                <a:gd name="csX3" fmla="*/ 754380 w 754380"/>
                <a:gd name="csY3" fmla="*/ 495300 h 649605"/>
                <a:gd name="csX4" fmla="*/ 752475 w 754380"/>
                <a:gd name="csY4" fmla="*/ 1905 h 649605"/>
                <a:gd name="csX5" fmla="*/ 0 w 754380"/>
                <a:gd name="csY5" fmla="*/ 0 h 649605"/>
                <a:gd name="csX0" fmla="*/ 0 w 754380"/>
                <a:gd name="csY0" fmla="*/ 0 h 649605"/>
                <a:gd name="csX1" fmla="*/ 521970 w 754380"/>
                <a:gd name="csY1" fmla="*/ 567690 h 649605"/>
                <a:gd name="csX2" fmla="*/ 676275 w 754380"/>
                <a:gd name="csY2" fmla="*/ 649605 h 649605"/>
                <a:gd name="csX3" fmla="*/ 754380 w 754380"/>
                <a:gd name="csY3" fmla="*/ 495300 h 649605"/>
                <a:gd name="csX4" fmla="*/ 752475 w 754380"/>
                <a:gd name="csY4" fmla="*/ 1905 h 649605"/>
                <a:gd name="csX5" fmla="*/ 0 w 754380"/>
                <a:gd name="csY5" fmla="*/ 0 h 649605"/>
                <a:gd name="csX0" fmla="*/ 0 w 754380"/>
                <a:gd name="csY0" fmla="*/ 0 h 652061"/>
                <a:gd name="csX1" fmla="*/ 521970 w 754380"/>
                <a:gd name="csY1" fmla="*/ 567690 h 652061"/>
                <a:gd name="csX2" fmla="*/ 676275 w 754380"/>
                <a:gd name="csY2" fmla="*/ 649605 h 652061"/>
                <a:gd name="csX3" fmla="*/ 754380 w 754380"/>
                <a:gd name="csY3" fmla="*/ 495300 h 652061"/>
                <a:gd name="csX4" fmla="*/ 752475 w 754380"/>
                <a:gd name="csY4" fmla="*/ 1905 h 652061"/>
                <a:gd name="csX5" fmla="*/ 0 w 754380"/>
                <a:gd name="csY5" fmla="*/ 0 h 652061"/>
                <a:gd name="csX0" fmla="*/ 0 w 754380"/>
                <a:gd name="csY0" fmla="*/ 0 h 651619"/>
                <a:gd name="csX1" fmla="*/ 521970 w 754380"/>
                <a:gd name="csY1" fmla="*/ 567690 h 651619"/>
                <a:gd name="csX2" fmla="*/ 676275 w 754380"/>
                <a:gd name="csY2" fmla="*/ 649605 h 651619"/>
                <a:gd name="csX3" fmla="*/ 754380 w 754380"/>
                <a:gd name="csY3" fmla="*/ 495300 h 651619"/>
                <a:gd name="csX4" fmla="*/ 752475 w 754380"/>
                <a:gd name="csY4" fmla="*/ 1905 h 651619"/>
                <a:gd name="csX5" fmla="*/ 0 w 754380"/>
                <a:gd name="csY5" fmla="*/ 0 h 651619"/>
                <a:gd name="csX0" fmla="*/ 0 w 754380"/>
                <a:gd name="csY0" fmla="*/ 0 h 651729"/>
                <a:gd name="csX1" fmla="*/ 521970 w 754380"/>
                <a:gd name="csY1" fmla="*/ 567690 h 651729"/>
                <a:gd name="csX2" fmla="*/ 676275 w 754380"/>
                <a:gd name="csY2" fmla="*/ 649605 h 651729"/>
                <a:gd name="csX3" fmla="*/ 754380 w 754380"/>
                <a:gd name="csY3" fmla="*/ 495300 h 651729"/>
                <a:gd name="csX4" fmla="*/ 752475 w 754380"/>
                <a:gd name="csY4" fmla="*/ 1905 h 651729"/>
                <a:gd name="csX5" fmla="*/ 0 w 754380"/>
                <a:gd name="csY5" fmla="*/ 0 h 651729"/>
                <a:gd name="csX0" fmla="*/ 0 w 754380"/>
                <a:gd name="csY0" fmla="*/ 0 h 650659"/>
                <a:gd name="csX1" fmla="*/ 521970 w 754380"/>
                <a:gd name="csY1" fmla="*/ 567690 h 650659"/>
                <a:gd name="csX2" fmla="*/ 676275 w 754380"/>
                <a:gd name="csY2" fmla="*/ 649605 h 650659"/>
                <a:gd name="csX3" fmla="*/ 754380 w 754380"/>
                <a:gd name="csY3" fmla="*/ 495300 h 650659"/>
                <a:gd name="csX4" fmla="*/ 752475 w 754380"/>
                <a:gd name="csY4" fmla="*/ 1905 h 650659"/>
                <a:gd name="csX5" fmla="*/ 0 w 754380"/>
                <a:gd name="csY5" fmla="*/ 0 h 650659"/>
                <a:gd name="csX0" fmla="*/ 0 w 754380"/>
                <a:gd name="csY0" fmla="*/ 0 h 650659"/>
                <a:gd name="csX1" fmla="*/ 521970 w 754380"/>
                <a:gd name="csY1" fmla="*/ 567690 h 650659"/>
                <a:gd name="csX2" fmla="*/ 676275 w 754380"/>
                <a:gd name="csY2" fmla="*/ 649605 h 650659"/>
                <a:gd name="csX3" fmla="*/ 754380 w 754380"/>
                <a:gd name="csY3" fmla="*/ 495300 h 650659"/>
                <a:gd name="csX4" fmla="*/ 752475 w 754380"/>
                <a:gd name="csY4" fmla="*/ 1905 h 650659"/>
                <a:gd name="csX5" fmla="*/ 0 w 754380"/>
                <a:gd name="csY5" fmla="*/ 0 h 650659"/>
                <a:gd name="csX0" fmla="*/ 0 w 754380"/>
                <a:gd name="csY0" fmla="*/ 0 h 651581"/>
                <a:gd name="csX1" fmla="*/ 521970 w 754380"/>
                <a:gd name="csY1" fmla="*/ 567690 h 651581"/>
                <a:gd name="csX2" fmla="*/ 676275 w 754380"/>
                <a:gd name="csY2" fmla="*/ 649605 h 651581"/>
                <a:gd name="csX3" fmla="*/ 754380 w 754380"/>
                <a:gd name="csY3" fmla="*/ 495300 h 651581"/>
                <a:gd name="csX4" fmla="*/ 752475 w 754380"/>
                <a:gd name="csY4" fmla="*/ 1905 h 651581"/>
                <a:gd name="csX5" fmla="*/ 0 w 754380"/>
                <a:gd name="csY5" fmla="*/ 0 h 651581"/>
                <a:gd name="csX0" fmla="*/ 0 w 754380"/>
                <a:gd name="csY0" fmla="*/ 0 h 651581"/>
                <a:gd name="csX1" fmla="*/ 521970 w 754380"/>
                <a:gd name="csY1" fmla="*/ 567690 h 651581"/>
                <a:gd name="csX2" fmla="*/ 676275 w 754380"/>
                <a:gd name="csY2" fmla="*/ 649605 h 651581"/>
                <a:gd name="csX3" fmla="*/ 754380 w 754380"/>
                <a:gd name="csY3" fmla="*/ 495300 h 651581"/>
                <a:gd name="csX4" fmla="*/ 752475 w 754380"/>
                <a:gd name="csY4" fmla="*/ 1905 h 651581"/>
                <a:gd name="csX5" fmla="*/ 0 w 754380"/>
                <a:gd name="csY5" fmla="*/ 0 h 6515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54380" h="651581">
                  <a:moveTo>
                    <a:pt x="0" y="0"/>
                  </a:moveTo>
                  <a:lnTo>
                    <a:pt x="521970" y="567690"/>
                  </a:lnTo>
                  <a:cubicBezTo>
                    <a:pt x="539520" y="581394"/>
                    <a:pt x="581578" y="665434"/>
                    <a:pt x="676275" y="649605"/>
                  </a:cubicBezTo>
                  <a:cubicBezTo>
                    <a:pt x="770347" y="617922"/>
                    <a:pt x="751758" y="549864"/>
                    <a:pt x="754380" y="495300"/>
                  </a:cubicBezTo>
                  <a:lnTo>
                    <a:pt x="752475" y="19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0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C8AEA09-0091-8BA5-48C4-09B70273E67A}"/>
                </a:ext>
              </a:extLst>
            </p:cNvPr>
            <p:cNvSpPr/>
            <p:nvPr/>
          </p:nvSpPr>
          <p:spPr>
            <a:xfrm rot="19147313">
              <a:off x="9616962" y="1017287"/>
              <a:ext cx="512035" cy="467949"/>
            </a:xfrm>
            <a:custGeom>
              <a:avLst/>
              <a:gdLst>
                <a:gd name="csX0" fmla="*/ 512035 w 512035"/>
                <a:gd name="csY0" fmla="*/ 0 h 467949"/>
                <a:gd name="csX1" fmla="*/ 106997 w 512035"/>
                <a:gd name="csY1" fmla="*/ 467949 h 467949"/>
                <a:gd name="csX2" fmla="*/ 75882 w 512035"/>
                <a:gd name="csY2" fmla="*/ 442278 h 467949"/>
                <a:gd name="csX3" fmla="*/ 0 w 512035"/>
                <a:gd name="csY3" fmla="*/ 259080 h 467949"/>
                <a:gd name="csX4" fmla="*/ 259080 w 512035"/>
                <a:gd name="csY4" fmla="*/ 0 h 467949"/>
                <a:gd name="csX5" fmla="*/ 512035 w 512035"/>
                <a:gd name="csY5" fmla="*/ 0 h 4679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512035" h="467949">
                  <a:moveTo>
                    <a:pt x="512035" y="0"/>
                  </a:moveTo>
                  <a:lnTo>
                    <a:pt x="106997" y="467949"/>
                  </a:lnTo>
                  <a:lnTo>
                    <a:pt x="75882" y="442278"/>
                  </a:lnTo>
                  <a:cubicBezTo>
                    <a:pt x="28998" y="395393"/>
                    <a:pt x="0" y="330623"/>
                    <a:pt x="0" y="259080"/>
                  </a:cubicBezTo>
                  <a:cubicBezTo>
                    <a:pt x="0" y="115994"/>
                    <a:pt x="115994" y="0"/>
                    <a:pt x="259080" y="0"/>
                  </a:cubicBezTo>
                  <a:lnTo>
                    <a:pt x="512035" y="0"/>
                  </a:lnTo>
                  <a:close/>
                </a:path>
              </a:pathLst>
            </a:custGeom>
            <a:solidFill>
              <a:srgbClr val="0334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BD557FB-C6A0-0DC4-530E-BDCFB4930E8F}"/>
              </a:ext>
            </a:extLst>
          </p:cNvPr>
          <p:cNvGrpSpPr/>
          <p:nvPr/>
        </p:nvGrpSpPr>
        <p:grpSpPr>
          <a:xfrm rot="10800000" flipH="1">
            <a:off x="9097702" y="5608842"/>
            <a:ext cx="1008146" cy="1249158"/>
            <a:chOff x="8930322" y="0"/>
            <a:chExt cx="1198675" cy="1485236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D27F0C8-0ACA-B1A0-D7F9-3BB8E549BB37}"/>
                </a:ext>
              </a:extLst>
            </p:cNvPr>
            <p:cNvSpPr/>
            <p:nvPr/>
          </p:nvSpPr>
          <p:spPr>
            <a:xfrm>
              <a:off x="8930322" y="0"/>
              <a:ext cx="975678" cy="842722"/>
            </a:xfrm>
            <a:custGeom>
              <a:avLst/>
              <a:gdLst>
                <a:gd name="csX0" fmla="*/ 0 w 754380"/>
                <a:gd name="csY0" fmla="*/ 0 h 567690"/>
                <a:gd name="csX1" fmla="*/ 521970 w 754380"/>
                <a:gd name="csY1" fmla="*/ 567690 h 567690"/>
                <a:gd name="csX2" fmla="*/ 754380 w 754380"/>
                <a:gd name="csY2" fmla="*/ 495300 h 567690"/>
                <a:gd name="csX3" fmla="*/ 752475 w 754380"/>
                <a:gd name="csY3" fmla="*/ 1905 h 567690"/>
                <a:gd name="csX4" fmla="*/ 0 w 754380"/>
                <a:gd name="csY4" fmla="*/ 0 h 567690"/>
                <a:gd name="csX0" fmla="*/ 0 w 754380"/>
                <a:gd name="csY0" fmla="*/ 0 h 567690"/>
                <a:gd name="csX1" fmla="*/ 521970 w 754380"/>
                <a:gd name="csY1" fmla="*/ 567690 h 567690"/>
                <a:gd name="csX2" fmla="*/ 641985 w 754380"/>
                <a:gd name="csY2" fmla="*/ 527685 h 567690"/>
                <a:gd name="csX3" fmla="*/ 754380 w 754380"/>
                <a:gd name="csY3" fmla="*/ 495300 h 567690"/>
                <a:gd name="csX4" fmla="*/ 752475 w 754380"/>
                <a:gd name="csY4" fmla="*/ 1905 h 567690"/>
                <a:gd name="csX5" fmla="*/ 0 w 754380"/>
                <a:gd name="csY5" fmla="*/ 0 h 567690"/>
                <a:gd name="csX0" fmla="*/ 0 w 754380"/>
                <a:gd name="csY0" fmla="*/ 0 h 649605"/>
                <a:gd name="csX1" fmla="*/ 521970 w 754380"/>
                <a:gd name="csY1" fmla="*/ 567690 h 649605"/>
                <a:gd name="csX2" fmla="*/ 676275 w 754380"/>
                <a:gd name="csY2" fmla="*/ 649605 h 649605"/>
                <a:gd name="csX3" fmla="*/ 754380 w 754380"/>
                <a:gd name="csY3" fmla="*/ 495300 h 649605"/>
                <a:gd name="csX4" fmla="*/ 752475 w 754380"/>
                <a:gd name="csY4" fmla="*/ 1905 h 649605"/>
                <a:gd name="csX5" fmla="*/ 0 w 754380"/>
                <a:gd name="csY5" fmla="*/ 0 h 649605"/>
                <a:gd name="csX0" fmla="*/ 0 w 754380"/>
                <a:gd name="csY0" fmla="*/ 0 h 649605"/>
                <a:gd name="csX1" fmla="*/ 521970 w 754380"/>
                <a:gd name="csY1" fmla="*/ 567690 h 649605"/>
                <a:gd name="csX2" fmla="*/ 676275 w 754380"/>
                <a:gd name="csY2" fmla="*/ 649605 h 649605"/>
                <a:gd name="csX3" fmla="*/ 754380 w 754380"/>
                <a:gd name="csY3" fmla="*/ 495300 h 649605"/>
                <a:gd name="csX4" fmla="*/ 752475 w 754380"/>
                <a:gd name="csY4" fmla="*/ 1905 h 649605"/>
                <a:gd name="csX5" fmla="*/ 0 w 754380"/>
                <a:gd name="csY5" fmla="*/ 0 h 649605"/>
                <a:gd name="csX0" fmla="*/ 0 w 754380"/>
                <a:gd name="csY0" fmla="*/ 0 h 649605"/>
                <a:gd name="csX1" fmla="*/ 521970 w 754380"/>
                <a:gd name="csY1" fmla="*/ 567690 h 649605"/>
                <a:gd name="csX2" fmla="*/ 676275 w 754380"/>
                <a:gd name="csY2" fmla="*/ 649605 h 649605"/>
                <a:gd name="csX3" fmla="*/ 754380 w 754380"/>
                <a:gd name="csY3" fmla="*/ 495300 h 649605"/>
                <a:gd name="csX4" fmla="*/ 752475 w 754380"/>
                <a:gd name="csY4" fmla="*/ 1905 h 649605"/>
                <a:gd name="csX5" fmla="*/ 0 w 754380"/>
                <a:gd name="csY5" fmla="*/ 0 h 649605"/>
                <a:gd name="csX0" fmla="*/ 0 w 754380"/>
                <a:gd name="csY0" fmla="*/ 0 h 652061"/>
                <a:gd name="csX1" fmla="*/ 521970 w 754380"/>
                <a:gd name="csY1" fmla="*/ 567690 h 652061"/>
                <a:gd name="csX2" fmla="*/ 676275 w 754380"/>
                <a:gd name="csY2" fmla="*/ 649605 h 652061"/>
                <a:gd name="csX3" fmla="*/ 754380 w 754380"/>
                <a:gd name="csY3" fmla="*/ 495300 h 652061"/>
                <a:gd name="csX4" fmla="*/ 752475 w 754380"/>
                <a:gd name="csY4" fmla="*/ 1905 h 652061"/>
                <a:gd name="csX5" fmla="*/ 0 w 754380"/>
                <a:gd name="csY5" fmla="*/ 0 h 652061"/>
                <a:gd name="csX0" fmla="*/ 0 w 754380"/>
                <a:gd name="csY0" fmla="*/ 0 h 651619"/>
                <a:gd name="csX1" fmla="*/ 521970 w 754380"/>
                <a:gd name="csY1" fmla="*/ 567690 h 651619"/>
                <a:gd name="csX2" fmla="*/ 676275 w 754380"/>
                <a:gd name="csY2" fmla="*/ 649605 h 651619"/>
                <a:gd name="csX3" fmla="*/ 754380 w 754380"/>
                <a:gd name="csY3" fmla="*/ 495300 h 651619"/>
                <a:gd name="csX4" fmla="*/ 752475 w 754380"/>
                <a:gd name="csY4" fmla="*/ 1905 h 651619"/>
                <a:gd name="csX5" fmla="*/ 0 w 754380"/>
                <a:gd name="csY5" fmla="*/ 0 h 651619"/>
                <a:gd name="csX0" fmla="*/ 0 w 754380"/>
                <a:gd name="csY0" fmla="*/ 0 h 651729"/>
                <a:gd name="csX1" fmla="*/ 521970 w 754380"/>
                <a:gd name="csY1" fmla="*/ 567690 h 651729"/>
                <a:gd name="csX2" fmla="*/ 676275 w 754380"/>
                <a:gd name="csY2" fmla="*/ 649605 h 651729"/>
                <a:gd name="csX3" fmla="*/ 754380 w 754380"/>
                <a:gd name="csY3" fmla="*/ 495300 h 651729"/>
                <a:gd name="csX4" fmla="*/ 752475 w 754380"/>
                <a:gd name="csY4" fmla="*/ 1905 h 651729"/>
                <a:gd name="csX5" fmla="*/ 0 w 754380"/>
                <a:gd name="csY5" fmla="*/ 0 h 651729"/>
                <a:gd name="csX0" fmla="*/ 0 w 754380"/>
                <a:gd name="csY0" fmla="*/ 0 h 650659"/>
                <a:gd name="csX1" fmla="*/ 521970 w 754380"/>
                <a:gd name="csY1" fmla="*/ 567690 h 650659"/>
                <a:gd name="csX2" fmla="*/ 676275 w 754380"/>
                <a:gd name="csY2" fmla="*/ 649605 h 650659"/>
                <a:gd name="csX3" fmla="*/ 754380 w 754380"/>
                <a:gd name="csY3" fmla="*/ 495300 h 650659"/>
                <a:gd name="csX4" fmla="*/ 752475 w 754380"/>
                <a:gd name="csY4" fmla="*/ 1905 h 650659"/>
                <a:gd name="csX5" fmla="*/ 0 w 754380"/>
                <a:gd name="csY5" fmla="*/ 0 h 650659"/>
                <a:gd name="csX0" fmla="*/ 0 w 754380"/>
                <a:gd name="csY0" fmla="*/ 0 h 650659"/>
                <a:gd name="csX1" fmla="*/ 521970 w 754380"/>
                <a:gd name="csY1" fmla="*/ 567690 h 650659"/>
                <a:gd name="csX2" fmla="*/ 676275 w 754380"/>
                <a:gd name="csY2" fmla="*/ 649605 h 650659"/>
                <a:gd name="csX3" fmla="*/ 754380 w 754380"/>
                <a:gd name="csY3" fmla="*/ 495300 h 650659"/>
                <a:gd name="csX4" fmla="*/ 752475 w 754380"/>
                <a:gd name="csY4" fmla="*/ 1905 h 650659"/>
                <a:gd name="csX5" fmla="*/ 0 w 754380"/>
                <a:gd name="csY5" fmla="*/ 0 h 650659"/>
                <a:gd name="csX0" fmla="*/ 0 w 754380"/>
                <a:gd name="csY0" fmla="*/ 0 h 651581"/>
                <a:gd name="csX1" fmla="*/ 521970 w 754380"/>
                <a:gd name="csY1" fmla="*/ 567690 h 651581"/>
                <a:gd name="csX2" fmla="*/ 676275 w 754380"/>
                <a:gd name="csY2" fmla="*/ 649605 h 651581"/>
                <a:gd name="csX3" fmla="*/ 754380 w 754380"/>
                <a:gd name="csY3" fmla="*/ 495300 h 651581"/>
                <a:gd name="csX4" fmla="*/ 752475 w 754380"/>
                <a:gd name="csY4" fmla="*/ 1905 h 651581"/>
                <a:gd name="csX5" fmla="*/ 0 w 754380"/>
                <a:gd name="csY5" fmla="*/ 0 h 651581"/>
                <a:gd name="csX0" fmla="*/ 0 w 754380"/>
                <a:gd name="csY0" fmla="*/ 0 h 651581"/>
                <a:gd name="csX1" fmla="*/ 521970 w 754380"/>
                <a:gd name="csY1" fmla="*/ 567690 h 651581"/>
                <a:gd name="csX2" fmla="*/ 676275 w 754380"/>
                <a:gd name="csY2" fmla="*/ 649605 h 651581"/>
                <a:gd name="csX3" fmla="*/ 754380 w 754380"/>
                <a:gd name="csY3" fmla="*/ 495300 h 651581"/>
                <a:gd name="csX4" fmla="*/ 752475 w 754380"/>
                <a:gd name="csY4" fmla="*/ 1905 h 651581"/>
                <a:gd name="csX5" fmla="*/ 0 w 754380"/>
                <a:gd name="csY5" fmla="*/ 0 h 6515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54380" h="651581">
                  <a:moveTo>
                    <a:pt x="0" y="0"/>
                  </a:moveTo>
                  <a:lnTo>
                    <a:pt x="521970" y="567690"/>
                  </a:lnTo>
                  <a:cubicBezTo>
                    <a:pt x="539520" y="581394"/>
                    <a:pt x="581578" y="665434"/>
                    <a:pt x="676275" y="649605"/>
                  </a:cubicBezTo>
                  <a:cubicBezTo>
                    <a:pt x="770347" y="617922"/>
                    <a:pt x="751758" y="549864"/>
                    <a:pt x="754380" y="495300"/>
                  </a:cubicBezTo>
                  <a:lnTo>
                    <a:pt x="752475" y="19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0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19A134B-097B-FEA3-BAD3-140A741A3BC5}"/>
                </a:ext>
              </a:extLst>
            </p:cNvPr>
            <p:cNvSpPr/>
            <p:nvPr/>
          </p:nvSpPr>
          <p:spPr>
            <a:xfrm rot="19147313">
              <a:off x="9616962" y="1017287"/>
              <a:ext cx="512035" cy="467949"/>
            </a:xfrm>
            <a:custGeom>
              <a:avLst/>
              <a:gdLst>
                <a:gd name="csX0" fmla="*/ 512035 w 512035"/>
                <a:gd name="csY0" fmla="*/ 0 h 467949"/>
                <a:gd name="csX1" fmla="*/ 106997 w 512035"/>
                <a:gd name="csY1" fmla="*/ 467949 h 467949"/>
                <a:gd name="csX2" fmla="*/ 75882 w 512035"/>
                <a:gd name="csY2" fmla="*/ 442278 h 467949"/>
                <a:gd name="csX3" fmla="*/ 0 w 512035"/>
                <a:gd name="csY3" fmla="*/ 259080 h 467949"/>
                <a:gd name="csX4" fmla="*/ 259080 w 512035"/>
                <a:gd name="csY4" fmla="*/ 0 h 467949"/>
                <a:gd name="csX5" fmla="*/ 512035 w 512035"/>
                <a:gd name="csY5" fmla="*/ 0 h 4679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512035" h="467949">
                  <a:moveTo>
                    <a:pt x="512035" y="0"/>
                  </a:moveTo>
                  <a:lnTo>
                    <a:pt x="106997" y="467949"/>
                  </a:lnTo>
                  <a:lnTo>
                    <a:pt x="75882" y="442278"/>
                  </a:lnTo>
                  <a:cubicBezTo>
                    <a:pt x="28998" y="395393"/>
                    <a:pt x="0" y="330623"/>
                    <a:pt x="0" y="259080"/>
                  </a:cubicBezTo>
                  <a:cubicBezTo>
                    <a:pt x="0" y="115994"/>
                    <a:pt x="115994" y="0"/>
                    <a:pt x="259080" y="0"/>
                  </a:cubicBezTo>
                  <a:lnTo>
                    <a:pt x="512035" y="0"/>
                  </a:lnTo>
                  <a:close/>
                </a:path>
              </a:pathLst>
            </a:custGeom>
            <a:solidFill>
              <a:srgbClr val="0334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C2EC0A46-BC91-FF24-BA9F-1CCF2815EFA3}"/>
              </a:ext>
            </a:extLst>
          </p:cNvPr>
          <p:cNvSpPr txBox="1"/>
          <p:nvPr/>
        </p:nvSpPr>
        <p:spPr>
          <a:xfrm>
            <a:off x="1334897" y="381366"/>
            <a:ext cx="3218100" cy="984885"/>
          </a:xfrm>
          <a:prstGeom prst="rect">
            <a:avLst/>
          </a:prstGeom>
          <a:noFill/>
          <a:ln>
            <a:solidFill>
              <a:srgbClr val="03343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AA0A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THAMMAIAH N D, </a:t>
            </a:r>
          </a:p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Managing Director, </a:t>
            </a:r>
          </a:p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Swasthya Food Consulting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E2F413F-69C9-1451-66E8-12A2EB897C5F}"/>
              </a:ext>
            </a:extLst>
          </p:cNvPr>
          <p:cNvGrpSpPr/>
          <p:nvPr/>
        </p:nvGrpSpPr>
        <p:grpSpPr>
          <a:xfrm>
            <a:off x="7077187" y="218961"/>
            <a:ext cx="2263140" cy="1116330"/>
            <a:chOff x="4443324" y="204500"/>
            <a:chExt cx="2263140" cy="111633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7149D2F3-70BE-7932-C38D-4E4325C5AC3E}"/>
                </a:ext>
              </a:extLst>
            </p:cNvPr>
            <p:cNvSpPr/>
            <p:nvPr/>
          </p:nvSpPr>
          <p:spPr>
            <a:xfrm>
              <a:off x="4443324" y="204500"/>
              <a:ext cx="2263140" cy="11163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C7077DF-C749-83A0-4356-E0D77F556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5978" y="471592"/>
              <a:ext cx="2006826" cy="561456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5D5E27B-A637-227A-E903-047C128F4492}"/>
              </a:ext>
            </a:extLst>
          </p:cNvPr>
          <p:cNvSpPr txBox="1"/>
          <p:nvPr/>
        </p:nvSpPr>
        <p:spPr>
          <a:xfrm>
            <a:off x="55620" y="1522785"/>
            <a:ext cx="9816294" cy="39087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Blip>
                <a:blip r:embed="rId4"/>
              </a:buBlip>
              <a:defRPr sz="2800">
                <a:solidFill>
                  <a:srgbClr val="009999"/>
                </a:solidFill>
              </a:defRPr>
            </a:lvl1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IN" sz="1800" b="1" dirty="0">
                <a:solidFill>
                  <a:srgbClr val="0AA0A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M. Tech in Dairy Science </a:t>
            </a:r>
            <a:r>
              <a:rPr lang="en-IN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lang="en-IN" sz="1800" b="1" dirty="0">
                <a:solidFill>
                  <a:srgbClr val="0AA0A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22 years </a:t>
            </a:r>
            <a:r>
              <a:rPr lang="en-IN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experience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IN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Worked in </a:t>
            </a:r>
            <a:r>
              <a:rPr lang="en-IN" sz="1800" b="1" dirty="0">
                <a:solidFill>
                  <a:srgbClr val="0AA0A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Saudi Arabia for 10 years </a:t>
            </a:r>
            <a:r>
              <a:rPr lang="en-IN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Companies like Almarai &amp; NADEC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IN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Started Swasthya Food Consulting in </a:t>
            </a:r>
            <a:r>
              <a:rPr lang="en-IN" sz="1800" b="1" dirty="0">
                <a:solidFill>
                  <a:srgbClr val="0AA0A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2022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IN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</a:t>
            </a:r>
            <a:r>
              <a:rPr lang="en-IN" sz="1800" b="1" dirty="0">
                <a:solidFill>
                  <a:srgbClr val="0AA0A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 Performing FoSTaC Trainer </a:t>
            </a:r>
            <a:r>
              <a:rPr lang="en-IN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India and No. 1 Performing Trainer for Milk Products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IN" sz="1800" b="1" dirty="0">
                <a:solidFill>
                  <a:srgbClr val="0AA0A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 Council of India (QCI) </a:t>
            </a:r>
            <a:r>
              <a:rPr lang="en-IN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approved Food Safety Consultant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IN" sz="1800" b="1" dirty="0">
                <a:solidFill>
                  <a:srgbClr val="0AA0A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APEDA </a:t>
            </a:r>
            <a:r>
              <a:rPr lang="en-IN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approved FSMS Implementation Agency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IN" sz="1800" b="1" dirty="0">
                <a:solidFill>
                  <a:srgbClr val="0AA0A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BRCGS</a:t>
            </a:r>
            <a:r>
              <a:rPr lang="en-IN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Approved Training Partner (ATP) – Food Safety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IN" sz="1800" b="1" dirty="0">
                <a:solidFill>
                  <a:srgbClr val="0AA0A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BRCGS</a:t>
            </a:r>
            <a:r>
              <a:rPr lang="en-IN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approved Food Safety Consultant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IN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Conducted </a:t>
            </a:r>
            <a:r>
              <a:rPr lang="en-IN" sz="1800" b="1" dirty="0">
                <a:solidFill>
                  <a:srgbClr val="0AA0A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1200+</a:t>
            </a:r>
            <a:r>
              <a:rPr lang="en-IN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Quality &amp; Food Safety Trainings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IN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Conducted </a:t>
            </a:r>
            <a:r>
              <a:rPr lang="en-IN" sz="1800" b="1" dirty="0">
                <a:solidFill>
                  <a:srgbClr val="0AA0A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1200+</a:t>
            </a:r>
            <a:r>
              <a:rPr lang="en-IN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First-party &amp; Second-Party Audits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IN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Working with more than </a:t>
            </a:r>
            <a:r>
              <a:rPr lang="en-IN" sz="1800" b="1" dirty="0">
                <a:solidFill>
                  <a:srgbClr val="0AA0A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135 food companies </a:t>
            </a:r>
            <a:r>
              <a:rPr lang="en-IN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including Hotels across India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78FE329-BB7E-ACE8-AD48-E3E72A65EA3D}"/>
              </a:ext>
            </a:extLst>
          </p:cNvPr>
          <p:cNvGrpSpPr/>
          <p:nvPr/>
        </p:nvGrpSpPr>
        <p:grpSpPr>
          <a:xfrm>
            <a:off x="55620" y="-68355"/>
            <a:ext cx="1137162" cy="1440000"/>
            <a:chOff x="3130122" y="108179"/>
            <a:chExt cx="1246544" cy="160201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D5422D9-7666-4881-ECC8-91391348B58E}"/>
                </a:ext>
              </a:extLst>
            </p:cNvPr>
            <p:cNvSpPr/>
            <p:nvPr/>
          </p:nvSpPr>
          <p:spPr>
            <a:xfrm>
              <a:off x="3134131" y="708771"/>
              <a:ext cx="1225835" cy="955036"/>
            </a:xfrm>
            <a:prstGeom prst="roundRect">
              <a:avLst>
                <a:gd name="adj" fmla="val 3707"/>
              </a:avLst>
            </a:prstGeom>
            <a:solidFill>
              <a:srgbClr val="0AA0A1"/>
            </a:solidFill>
            <a:ln w="28575">
              <a:solidFill>
                <a:srgbClr val="0AA0A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2131943-F5FD-53AE-E730-75A747D76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0122" y="108179"/>
              <a:ext cx="1246544" cy="1602010"/>
            </a:xfrm>
            <a:prstGeom prst="rect">
              <a:avLst/>
            </a:prstGeom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FF3B7176-C015-8692-ECFB-4D359C3B16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77" y="5919773"/>
            <a:ext cx="4280452" cy="44863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B5F1BD4-20C8-3CE4-E84A-1F8B970AA5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446" y="5919773"/>
            <a:ext cx="2320130" cy="450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170285C-864D-EFFD-C41A-6D5EB4A19C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338" y="5023825"/>
            <a:ext cx="1930507" cy="193050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00F6B14-A613-58A0-4D12-6247A4ED6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4568" y="341948"/>
            <a:ext cx="1706942" cy="841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A07EDDBA-5F22-3085-5C6B-CC13E6032291}"/>
              </a:ext>
            </a:extLst>
          </p:cNvPr>
          <p:cNvGrpSpPr/>
          <p:nvPr/>
        </p:nvGrpSpPr>
        <p:grpSpPr>
          <a:xfrm rot="10800000">
            <a:off x="-199358" y="5622443"/>
            <a:ext cx="1008146" cy="1249158"/>
            <a:chOff x="8930322" y="0"/>
            <a:chExt cx="1198675" cy="1485236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6C3838A-2ED1-5880-9AE6-BFD04DEA56BA}"/>
                </a:ext>
              </a:extLst>
            </p:cNvPr>
            <p:cNvSpPr/>
            <p:nvPr/>
          </p:nvSpPr>
          <p:spPr>
            <a:xfrm>
              <a:off x="8930322" y="0"/>
              <a:ext cx="975678" cy="842722"/>
            </a:xfrm>
            <a:custGeom>
              <a:avLst/>
              <a:gdLst>
                <a:gd name="csX0" fmla="*/ 0 w 754380"/>
                <a:gd name="csY0" fmla="*/ 0 h 567690"/>
                <a:gd name="csX1" fmla="*/ 521970 w 754380"/>
                <a:gd name="csY1" fmla="*/ 567690 h 567690"/>
                <a:gd name="csX2" fmla="*/ 754380 w 754380"/>
                <a:gd name="csY2" fmla="*/ 495300 h 567690"/>
                <a:gd name="csX3" fmla="*/ 752475 w 754380"/>
                <a:gd name="csY3" fmla="*/ 1905 h 567690"/>
                <a:gd name="csX4" fmla="*/ 0 w 754380"/>
                <a:gd name="csY4" fmla="*/ 0 h 567690"/>
                <a:gd name="csX0" fmla="*/ 0 w 754380"/>
                <a:gd name="csY0" fmla="*/ 0 h 567690"/>
                <a:gd name="csX1" fmla="*/ 521970 w 754380"/>
                <a:gd name="csY1" fmla="*/ 567690 h 567690"/>
                <a:gd name="csX2" fmla="*/ 641985 w 754380"/>
                <a:gd name="csY2" fmla="*/ 527685 h 567690"/>
                <a:gd name="csX3" fmla="*/ 754380 w 754380"/>
                <a:gd name="csY3" fmla="*/ 495300 h 567690"/>
                <a:gd name="csX4" fmla="*/ 752475 w 754380"/>
                <a:gd name="csY4" fmla="*/ 1905 h 567690"/>
                <a:gd name="csX5" fmla="*/ 0 w 754380"/>
                <a:gd name="csY5" fmla="*/ 0 h 567690"/>
                <a:gd name="csX0" fmla="*/ 0 w 754380"/>
                <a:gd name="csY0" fmla="*/ 0 h 649605"/>
                <a:gd name="csX1" fmla="*/ 521970 w 754380"/>
                <a:gd name="csY1" fmla="*/ 567690 h 649605"/>
                <a:gd name="csX2" fmla="*/ 676275 w 754380"/>
                <a:gd name="csY2" fmla="*/ 649605 h 649605"/>
                <a:gd name="csX3" fmla="*/ 754380 w 754380"/>
                <a:gd name="csY3" fmla="*/ 495300 h 649605"/>
                <a:gd name="csX4" fmla="*/ 752475 w 754380"/>
                <a:gd name="csY4" fmla="*/ 1905 h 649605"/>
                <a:gd name="csX5" fmla="*/ 0 w 754380"/>
                <a:gd name="csY5" fmla="*/ 0 h 649605"/>
                <a:gd name="csX0" fmla="*/ 0 w 754380"/>
                <a:gd name="csY0" fmla="*/ 0 h 649605"/>
                <a:gd name="csX1" fmla="*/ 521970 w 754380"/>
                <a:gd name="csY1" fmla="*/ 567690 h 649605"/>
                <a:gd name="csX2" fmla="*/ 676275 w 754380"/>
                <a:gd name="csY2" fmla="*/ 649605 h 649605"/>
                <a:gd name="csX3" fmla="*/ 754380 w 754380"/>
                <a:gd name="csY3" fmla="*/ 495300 h 649605"/>
                <a:gd name="csX4" fmla="*/ 752475 w 754380"/>
                <a:gd name="csY4" fmla="*/ 1905 h 649605"/>
                <a:gd name="csX5" fmla="*/ 0 w 754380"/>
                <a:gd name="csY5" fmla="*/ 0 h 649605"/>
                <a:gd name="csX0" fmla="*/ 0 w 754380"/>
                <a:gd name="csY0" fmla="*/ 0 h 649605"/>
                <a:gd name="csX1" fmla="*/ 521970 w 754380"/>
                <a:gd name="csY1" fmla="*/ 567690 h 649605"/>
                <a:gd name="csX2" fmla="*/ 676275 w 754380"/>
                <a:gd name="csY2" fmla="*/ 649605 h 649605"/>
                <a:gd name="csX3" fmla="*/ 754380 w 754380"/>
                <a:gd name="csY3" fmla="*/ 495300 h 649605"/>
                <a:gd name="csX4" fmla="*/ 752475 w 754380"/>
                <a:gd name="csY4" fmla="*/ 1905 h 649605"/>
                <a:gd name="csX5" fmla="*/ 0 w 754380"/>
                <a:gd name="csY5" fmla="*/ 0 h 649605"/>
                <a:gd name="csX0" fmla="*/ 0 w 754380"/>
                <a:gd name="csY0" fmla="*/ 0 h 652061"/>
                <a:gd name="csX1" fmla="*/ 521970 w 754380"/>
                <a:gd name="csY1" fmla="*/ 567690 h 652061"/>
                <a:gd name="csX2" fmla="*/ 676275 w 754380"/>
                <a:gd name="csY2" fmla="*/ 649605 h 652061"/>
                <a:gd name="csX3" fmla="*/ 754380 w 754380"/>
                <a:gd name="csY3" fmla="*/ 495300 h 652061"/>
                <a:gd name="csX4" fmla="*/ 752475 w 754380"/>
                <a:gd name="csY4" fmla="*/ 1905 h 652061"/>
                <a:gd name="csX5" fmla="*/ 0 w 754380"/>
                <a:gd name="csY5" fmla="*/ 0 h 652061"/>
                <a:gd name="csX0" fmla="*/ 0 w 754380"/>
                <a:gd name="csY0" fmla="*/ 0 h 651619"/>
                <a:gd name="csX1" fmla="*/ 521970 w 754380"/>
                <a:gd name="csY1" fmla="*/ 567690 h 651619"/>
                <a:gd name="csX2" fmla="*/ 676275 w 754380"/>
                <a:gd name="csY2" fmla="*/ 649605 h 651619"/>
                <a:gd name="csX3" fmla="*/ 754380 w 754380"/>
                <a:gd name="csY3" fmla="*/ 495300 h 651619"/>
                <a:gd name="csX4" fmla="*/ 752475 w 754380"/>
                <a:gd name="csY4" fmla="*/ 1905 h 651619"/>
                <a:gd name="csX5" fmla="*/ 0 w 754380"/>
                <a:gd name="csY5" fmla="*/ 0 h 651619"/>
                <a:gd name="csX0" fmla="*/ 0 w 754380"/>
                <a:gd name="csY0" fmla="*/ 0 h 651729"/>
                <a:gd name="csX1" fmla="*/ 521970 w 754380"/>
                <a:gd name="csY1" fmla="*/ 567690 h 651729"/>
                <a:gd name="csX2" fmla="*/ 676275 w 754380"/>
                <a:gd name="csY2" fmla="*/ 649605 h 651729"/>
                <a:gd name="csX3" fmla="*/ 754380 w 754380"/>
                <a:gd name="csY3" fmla="*/ 495300 h 651729"/>
                <a:gd name="csX4" fmla="*/ 752475 w 754380"/>
                <a:gd name="csY4" fmla="*/ 1905 h 651729"/>
                <a:gd name="csX5" fmla="*/ 0 w 754380"/>
                <a:gd name="csY5" fmla="*/ 0 h 651729"/>
                <a:gd name="csX0" fmla="*/ 0 w 754380"/>
                <a:gd name="csY0" fmla="*/ 0 h 650659"/>
                <a:gd name="csX1" fmla="*/ 521970 w 754380"/>
                <a:gd name="csY1" fmla="*/ 567690 h 650659"/>
                <a:gd name="csX2" fmla="*/ 676275 w 754380"/>
                <a:gd name="csY2" fmla="*/ 649605 h 650659"/>
                <a:gd name="csX3" fmla="*/ 754380 w 754380"/>
                <a:gd name="csY3" fmla="*/ 495300 h 650659"/>
                <a:gd name="csX4" fmla="*/ 752475 w 754380"/>
                <a:gd name="csY4" fmla="*/ 1905 h 650659"/>
                <a:gd name="csX5" fmla="*/ 0 w 754380"/>
                <a:gd name="csY5" fmla="*/ 0 h 650659"/>
                <a:gd name="csX0" fmla="*/ 0 w 754380"/>
                <a:gd name="csY0" fmla="*/ 0 h 650659"/>
                <a:gd name="csX1" fmla="*/ 521970 w 754380"/>
                <a:gd name="csY1" fmla="*/ 567690 h 650659"/>
                <a:gd name="csX2" fmla="*/ 676275 w 754380"/>
                <a:gd name="csY2" fmla="*/ 649605 h 650659"/>
                <a:gd name="csX3" fmla="*/ 754380 w 754380"/>
                <a:gd name="csY3" fmla="*/ 495300 h 650659"/>
                <a:gd name="csX4" fmla="*/ 752475 w 754380"/>
                <a:gd name="csY4" fmla="*/ 1905 h 650659"/>
                <a:gd name="csX5" fmla="*/ 0 w 754380"/>
                <a:gd name="csY5" fmla="*/ 0 h 650659"/>
                <a:gd name="csX0" fmla="*/ 0 w 754380"/>
                <a:gd name="csY0" fmla="*/ 0 h 651581"/>
                <a:gd name="csX1" fmla="*/ 521970 w 754380"/>
                <a:gd name="csY1" fmla="*/ 567690 h 651581"/>
                <a:gd name="csX2" fmla="*/ 676275 w 754380"/>
                <a:gd name="csY2" fmla="*/ 649605 h 651581"/>
                <a:gd name="csX3" fmla="*/ 754380 w 754380"/>
                <a:gd name="csY3" fmla="*/ 495300 h 651581"/>
                <a:gd name="csX4" fmla="*/ 752475 w 754380"/>
                <a:gd name="csY4" fmla="*/ 1905 h 651581"/>
                <a:gd name="csX5" fmla="*/ 0 w 754380"/>
                <a:gd name="csY5" fmla="*/ 0 h 651581"/>
                <a:gd name="csX0" fmla="*/ 0 w 754380"/>
                <a:gd name="csY0" fmla="*/ 0 h 651581"/>
                <a:gd name="csX1" fmla="*/ 521970 w 754380"/>
                <a:gd name="csY1" fmla="*/ 567690 h 651581"/>
                <a:gd name="csX2" fmla="*/ 676275 w 754380"/>
                <a:gd name="csY2" fmla="*/ 649605 h 651581"/>
                <a:gd name="csX3" fmla="*/ 754380 w 754380"/>
                <a:gd name="csY3" fmla="*/ 495300 h 651581"/>
                <a:gd name="csX4" fmla="*/ 752475 w 754380"/>
                <a:gd name="csY4" fmla="*/ 1905 h 651581"/>
                <a:gd name="csX5" fmla="*/ 0 w 754380"/>
                <a:gd name="csY5" fmla="*/ 0 h 6515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54380" h="651581">
                  <a:moveTo>
                    <a:pt x="0" y="0"/>
                  </a:moveTo>
                  <a:lnTo>
                    <a:pt x="521970" y="567690"/>
                  </a:lnTo>
                  <a:cubicBezTo>
                    <a:pt x="539520" y="581394"/>
                    <a:pt x="581578" y="665434"/>
                    <a:pt x="676275" y="649605"/>
                  </a:cubicBezTo>
                  <a:cubicBezTo>
                    <a:pt x="770347" y="617922"/>
                    <a:pt x="751758" y="549864"/>
                    <a:pt x="754380" y="495300"/>
                  </a:cubicBezTo>
                  <a:lnTo>
                    <a:pt x="752475" y="19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0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CCE9440-C8B0-5EE4-8800-C2E480018E43}"/>
                </a:ext>
              </a:extLst>
            </p:cNvPr>
            <p:cNvSpPr/>
            <p:nvPr/>
          </p:nvSpPr>
          <p:spPr>
            <a:xfrm rot="19147313">
              <a:off x="9616962" y="1017287"/>
              <a:ext cx="512035" cy="467949"/>
            </a:xfrm>
            <a:custGeom>
              <a:avLst/>
              <a:gdLst>
                <a:gd name="csX0" fmla="*/ 512035 w 512035"/>
                <a:gd name="csY0" fmla="*/ 0 h 467949"/>
                <a:gd name="csX1" fmla="*/ 106997 w 512035"/>
                <a:gd name="csY1" fmla="*/ 467949 h 467949"/>
                <a:gd name="csX2" fmla="*/ 75882 w 512035"/>
                <a:gd name="csY2" fmla="*/ 442278 h 467949"/>
                <a:gd name="csX3" fmla="*/ 0 w 512035"/>
                <a:gd name="csY3" fmla="*/ 259080 h 467949"/>
                <a:gd name="csX4" fmla="*/ 259080 w 512035"/>
                <a:gd name="csY4" fmla="*/ 0 h 467949"/>
                <a:gd name="csX5" fmla="*/ 512035 w 512035"/>
                <a:gd name="csY5" fmla="*/ 0 h 4679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512035" h="467949">
                  <a:moveTo>
                    <a:pt x="512035" y="0"/>
                  </a:moveTo>
                  <a:lnTo>
                    <a:pt x="106997" y="467949"/>
                  </a:lnTo>
                  <a:lnTo>
                    <a:pt x="75882" y="442278"/>
                  </a:lnTo>
                  <a:cubicBezTo>
                    <a:pt x="28998" y="395393"/>
                    <a:pt x="0" y="330623"/>
                    <a:pt x="0" y="259080"/>
                  </a:cubicBezTo>
                  <a:cubicBezTo>
                    <a:pt x="0" y="115994"/>
                    <a:pt x="115994" y="0"/>
                    <a:pt x="259080" y="0"/>
                  </a:cubicBezTo>
                  <a:lnTo>
                    <a:pt x="512035" y="0"/>
                  </a:lnTo>
                  <a:close/>
                </a:path>
              </a:pathLst>
            </a:custGeom>
            <a:solidFill>
              <a:srgbClr val="0334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727882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E4537-5AE1-0F20-D3D8-5DA9965AA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879706C-5EC6-8326-D878-CCB190D65AD8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blipFill dpi="0" rotWithShape="1">
            <a:blip r:embed="rId2">
              <a:alphaModFix amt="50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C5353AB-7A5F-5EF6-E5E5-397F177228E3}"/>
              </a:ext>
            </a:extLst>
          </p:cNvPr>
          <p:cNvGrpSpPr/>
          <p:nvPr/>
        </p:nvGrpSpPr>
        <p:grpSpPr>
          <a:xfrm>
            <a:off x="9097702" y="0"/>
            <a:ext cx="1008146" cy="1249158"/>
            <a:chOff x="8930322" y="0"/>
            <a:chExt cx="1198675" cy="14852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A7F402A-186B-3BA8-D14F-DD52D610C69F}"/>
                </a:ext>
              </a:extLst>
            </p:cNvPr>
            <p:cNvSpPr/>
            <p:nvPr/>
          </p:nvSpPr>
          <p:spPr>
            <a:xfrm>
              <a:off x="8930322" y="0"/>
              <a:ext cx="975678" cy="842722"/>
            </a:xfrm>
            <a:custGeom>
              <a:avLst/>
              <a:gdLst>
                <a:gd name="csX0" fmla="*/ 0 w 754380"/>
                <a:gd name="csY0" fmla="*/ 0 h 567690"/>
                <a:gd name="csX1" fmla="*/ 521970 w 754380"/>
                <a:gd name="csY1" fmla="*/ 567690 h 567690"/>
                <a:gd name="csX2" fmla="*/ 754380 w 754380"/>
                <a:gd name="csY2" fmla="*/ 495300 h 567690"/>
                <a:gd name="csX3" fmla="*/ 752475 w 754380"/>
                <a:gd name="csY3" fmla="*/ 1905 h 567690"/>
                <a:gd name="csX4" fmla="*/ 0 w 754380"/>
                <a:gd name="csY4" fmla="*/ 0 h 567690"/>
                <a:gd name="csX0" fmla="*/ 0 w 754380"/>
                <a:gd name="csY0" fmla="*/ 0 h 567690"/>
                <a:gd name="csX1" fmla="*/ 521970 w 754380"/>
                <a:gd name="csY1" fmla="*/ 567690 h 567690"/>
                <a:gd name="csX2" fmla="*/ 641985 w 754380"/>
                <a:gd name="csY2" fmla="*/ 527685 h 567690"/>
                <a:gd name="csX3" fmla="*/ 754380 w 754380"/>
                <a:gd name="csY3" fmla="*/ 495300 h 567690"/>
                <a:gd name="csX4" fmla="*/ 752475 w 754380"/>
                <a:gd name="csY4" fmla="*/ 1905 h 567690"/>
                <a:gd name="csX5" fmla="*/ 0 w 754380"/>
                <a:gd name="csY5" fmla="*/ 0 h 567690"/>
                <a:gd name="csX0" fmla="*/ 0 w 754380"/>
                <a:gd name="csY0" fmla="*/ 0 h 649605"/>
                <a:gd name="csX1" fmla="*/ 521970 w 754380"/>
                <a:gd name="csY1" fmla="*/ 567690 h 649605"/>
                <a:gd name="csX2" fmla="*/ 676275 w 754380"/>
                <a:gd name="csY2" fmla="*/ 649605 h 649605"/>
                <a:gd name="csX3" fmla="*/ 754380 w 754380"/>
                <a:gd name="csY3" fmla="*/ 495300 h 649605"/>
                <a:gd name="csX4" fmla="*/ 752475 w 754380"/>
                <a:gd name="csY4" fmla="*/ 1905 h 649605"/>
                <a:gd name="csX5" fmla="*/ 0 w 754380"/>
                <a:gd name="csY5" fmla="*/ 0 h 649605"/>
                <a:gd name="csX0" fmla="*/ 0 w 754380"/>
                <a:gd name="csY0" fmla="*/ 0 h 649605"/>
                <a:gd name="csX1" fmla="*/ 521970 w 754380"/>
                <a:gd name="csY1" fmla="*/ 567690 h 649605"/>
                <a:gd name="csX2" fmla="*/ 676275 w 754380"/>
                <a:gd name="csY2" fmla="*/ 649605 h 649605"/>
                <a:gd name="csX3" fmla="*/ 754380 w 754380"/>
                <a:gd name="csY3" fmla="*/ 495300 h 649605"/>
                <a:gd name="csX4" fmla="*/ 752475 w 754380"/>
                <a:gd name="csY4" fmla="*/ 1905 h 649605"/>
                <a:gd name="csX5" fmla="*/ 0 w 754380"/>
                <a:gd name="csY5" fmla="*/ 0 h 649605"/>
                <a:gd name="csX0" fmla="*/ 0 w 754380"/>
                <a:gd name="csY0" fmla="*/ 0 h 649605"/>
                <a:gd name="csX1" fmla="*/ 521970 w 754380"/>
                <a:gd name="csY1" fmla="*/ 567690 h 649605"/>
                <a:gd name="csX2" fmla="*/ 676275 w 754380"/>
                <a:gd name="csY2" fmla="*/ 649605 h 649605"/>
                <a:gd name="csX3" fmla="*/ 754380 w 754380"/>
                <a:gd name="csY3" fmla="*/ 495300 h 649605"/>
                <a:gd name="csX4" fmla="*/ 752475 w 754380"/>
                <a:gd name="csY4" fmla="*/ 1905 h 649605"/>
                <a:gd name="csX5" fmla="*/ 0 w 754380"/>
                <a:gd name="csY5" fmla="*/ 0 h 649605"/>
                <a:gd name="csX0" fmla="*/ 0 w 754380"/>
                <a:gd name="csY0" fmla="*/ 0 h 652061"/>
                <a:gd name="csX1" fmla="*/ 521970 w 754380"/>
                <a:gd name="csY1" fmla="*/ 567690 h 652061"/>
                <a:gd name="csX2" fmla="*/ 676275 w 754380"/>
                <a:gd name="csY2" fmla="*/ 649605 h 652061"/>
                <a:gd name="csX3" fmla="*/ 754380 w 754380"/>
                <a:gd name="csY3" fmla="*/ 495300 h 652061"/>
                <a:gd name="csX4" fmla="*/ 752475 w 754380"/>
                <a:gd name="csY4" fmla="*/ 1905 h 652061"/>
                <a:gd name="csX5" fmla="*/ 0 w 754380"/>
                <a:gd name="csY5" fmla="*/ 0 h 652061"/>
                <a:gd name="csX0" fmla="*/ 0 w 754380"/>
                <a:gd name="csY0" fmla="*/ 0 h 651619"/>
                <a:gd name="csX1" fmla="*/ 521970 w 754380"/>
                <a:gd name="csY1" fmla="*/ 567690 h 651619"/>
                <a:gd name="csX2" fmla="*/ 676275 w 754380"/>
                <a:gd name="csY2" fmla="*/ 649605 h 651619"/>
                <a:gd name="csX3" fmla="*/ 754380 w 754380"/>
                <a:gd name="csY3" fmla="*/ 495300 h 651619"/>
                <a:gd name="csX4" fmla="*/ 752475 w 754380"/>
                <a:gd name="csY4" fmla="*/ 1905 h 651619"/>
                <a:gd name="csX5" fmla="*/ 0 w 754380"/>
                <a:gd name="csY5" fmla="*/ 0 h 651619"/>
                <a:gd name="csX0" fmla="*/ 0 w 754380"/>
                <a:gd name="csY0" fmla="*/ 0 h 651729"/>
                <a:gd name="csX1" fmla="*/ 521970 w 754380"/>
                <a:gd name="csY1" fmla="*/ 567690 h 651729"/>
                <a:gd name="csX2" fmla="*/ 676275 w 754380"/>
                <a:gd name="csY2" fmla="*/ 649605 h 651729"/>
                <a:gd name="csX3" fmla="*/ 754380 w 754380"/>
                <a:gd name="csY3" fmla="*/ 495300 h 651729"/>
                <a:gd name="csX4" fmla="*/ 752475 w 754380"/>
                <a:gd name="csY4" fmla="*/ 1905 h 651729"/>
                <a:gd name="csX5" fmla="*/ 0 w 754380"/>
                <a:gd name="csY5" fmla="*/ 0 h 651729"/>
                <a:gd name="csX0" fmla="*/ 0 w 754380"/>
                <a:gd name="csY0" fmla="*/ 0 h 650659"/>
                <a:gd name="csX1" fmla="*/ 521970 w 754380"/>
                <a:gd name="csY1" fmla="*/ 567690 h 650659"/>
                <a:gd name="csX2" fmla="*/ 676275 w 754380"/>
                <a:gd name="csY2" fmla="*/ 649605 h 650659"/>
                <a:gd name="csX3" fmla="*/ 754380 w 754380"/>
                <a:gd name="csY3" fmla="*/ 495300 h 650659"/>
                <a:gd name="csX4" fmla="*/ 752475 w 754380"/>
                <a:gd name="csY4" fmla="*/ 1905 h 650659"/>
                <a:gd name="csX5" fmla="*/ 0 w 754380"/>
                <a:gd name="csY5" fmla="*/ 0 h 650659"/>
                <a:gd name="csX0" fmla="*/ 0 w 754380"/>
                <a:gd name="csY0" fmla="*/ 0 h 650659"/>
                <a:gd name="csX1" fmla="*/ 521970 w 754380"/>
                <a:gd name="csY1" fmla="*/ 567690 h 650659"/>
                <a:gd name="csX2" fmla="*/ 676275 w 754380"/>
                <a:gd name="csY2" fmla="*/ 649605 h 650659"/>
                <a:gd name="csX3" fmla="*/ 754380 w 754380"/>
                <a:gd name="csY3" fmla="*/ 495300 h 650659"/>
                <a:gd name="csX4" fmla="*/ 752475 w 754380"/>
                <a:gd name="csY4" fmla="*/ 1905 h 650659"/>
                <a:gd name="csX5" fmla="*/ 0 w 754380"/>
                <a:gd name="csY5" fmla="*/ 0 h 650659"/>
                <a:gd name="csX0" fmla="*/ 0 w 754380"/>
                <a:gd name="csY0" fmla="*/ 0 h 651581"/>
                <a:gd name="csX1" fmla="*/ 521970 w 754380"/>
                <a:gd name="csY1" fmla="*/ 567690 h 651581"/>
                <a:gd name="csX2" fmla="*/ 676275 w 754380"/>
                <a:gd name="csY2" fmla="*/ 649605 h 651581"/>
                <a:gd name="csX3" fmla="*/ 754380 w 754380"/>
                <a:gd name="csY3" fmla="*/ 495300 h 651581"/>
                <a:gd name="csX4" fmla="*/ 752475 w 754380"/>
                <a:gd name="csY4" fmla="*/ 1905 h 651581"/>
                <a:gd name="csX5" fmla="*/ 0 w 754380"/>
                <a:gd name="csY5" fmla="*/ 0 h 651581"/>
                <a:gd name="csX0" fmla="*/ 0 w 754380"/>
                <a:gd name="csY0" fmla="*/ 0 h 651581"/>
                <a:gd name="csX1" fmla="*/ 521970 w 754380"/>
                <a:gd name="csY1" fmla="*/ 567690 h 651581"/>
                <a:gd name="csX2" fmla="*/ 676275 w 754380"/>
                <a:gd name="csY2" fmla="*/ 649605 h 651581"/>
                <a:gd name="csX3" fmla="*/ 754380 w 754380"/>
                <a:gd name="csY3" fmla="*/ 495300 h 651581"/>
                <a:gd name="csX4" fmla="*/ 752475 w 754380"/>
                <a:gd name="csY4" fmla="*/ 1905 h 651581"/>
                <a:gd name="csX5" fmla="*/ 0 w 754380"/>
                <a:gd name="csY5" fmla="*/ 0 h 6515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54380" h="651581">
                  <a:moveTo>
                    <a:pt x="0" y="0"/>
                  </a:moveTo>
                  <a:lnTo>
                    <a:pt x="521970" y="567690"/>
                  </a:lnTo>
                  <a:cubicBezTo>
                    <a:pt x="539520" y="581394"/>
                    <a:pt x="581578" y="665434"/>
                    <a:pt x="676275" y="649605"/>
                  </a:cubicBezTo>
                  <a:cubicBezTo>
                    <a:pt x="770347" y="617922"/>
                    <a:pt x="751758" y="549864"/>
                    <a:pt x="754380" y="495300"/>
                  </a:cubicBezTo>
                  <a:lnTo>
                    <a:pt x="752475" y="19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0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E73BF35-75FB-B99D-9C37-28BCCF5E109E}"/>
                </a:ext>
              </a:extLst>
            </p:cNvPr>
            <p:cNvSpPr/>
            <p:nvPr/>
          </p:nvSpPr>
          <p:spPr>
            <a:xfrm rot="19147313">
              <a:off x="9616962" y="1017287"/>
              <a:ext cx="512035" cy="467949"/>
            </a:xfrm>
            <a:custGeom>
              <a:avLst/>
              <a:gdLst>
                <a:gd name="csX0" fmla="*/ 512035 w 512035"/>
                <a:gd name="csY0" fmla="*/ 0 h 467949"/>
                <a:gd name="csX1" fmla="*/ 106997 w 512035"/>
                <a:gd name="csY1" fmla="*/ 467949 h 467949"/>
                <a:gd name="csX2" fmla="*/ 75882 w 512035"/>
                <a:gd name="csY2" fmla="*/ 442278 h 467949"/>
                <a:gd name="csX3" fmla="*/ 0 w 512035"/>
                <a:gd name="csY3" fmla="*/ 259080 h 467949"/>
                <a:gd name="csX4" fmla="*/ 259080 w 512035"/>
                <a:gd name="csY4" fmla="*/ 0 h 467949"/>
                <a:gd name="csX5" fmla="*/ 512035 w 512035"/>
                <a:gd name="csY5" fmla="*/ 0 h 4679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512035" h="467949">
                  <a:moveTo>
                    <a:pt x="512035" y="0"/>
                  </a:moveTo>
                  <a:lnTo>
                    <a:pt x="106997" y="467949"/>
                  </a:lnTo>
                  <a:lnTo>
                    <a:pt x="75882" y="442278"/>
                  </a:lnTo>
                  <a:cubicBezTo>
                    <a:pt x="28998" y="395393"/>
                    <a:pt x="0" y="330623"/>
                    <a:pt x="0" y="259080"/>
                  </a:cubicBezTo>
                  <a:cubicBezTo>
                    <a:pt x="0" y="115994"/>
                    <a:pt x="115994" y="0"/>
                    <a:pt x="259080" y="0"/>
                  </a:cubicBezTo>
                  <a:lnTo>
                    <a:pt x="512035" y="0"/>
                  </a:lnTo>
                  <a:close/>
                </a:path>
              </a:pathLst>
            </a:custGeom>
            <a:solidFill>
              <a:srgbClr val="0334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B4EE3BB-F004-FEC8-2F48-6D16F2A5A1C9}"/>
              </a:ext>
            </a:extLst>
          </p:cNvPr>
          <p:cNvGrpSpPr/>
          <p:nvPr/>
        </p:nvGrpSpPr>
        <p:grpSpPr>
          <a:xfrm rot="10800000" flipH="1">
            <a:off x="9097702" y="5608842"/>
            <a:ext cx="1008146" cy="1249158"/>
            <a:chOff x="8930322" y="0"/>
            <a:chExt cx="1198675" cy="1485236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769F5E1-F91E-DA95-1814-C8F493DE9916}"/>
                </a:ext>
              </a:extLst>
            </p:cNvPr>
            <p:cNvSpPr/>
            <p:nvPr/>
          </p:nvSpPr>
          <p:spPr>
            <a:xfrm>
              <a:off x="8930322" y="0"/>
              <a:ext cx="975678" cy="842722"/>
            </a:xfrm>
            <a:custGeom>
              <a:avLst/>
              <a:gdLst>
                <a:gd name="csX0" fmla="*/ 0 w 754380"/>
                <a:gd name="csY0" fmla="*/ 0 h 567690"/>
                <a:gd name="csX1" fmla="*/ 521970 w 754380"/>
                <a:gd name="csY1" fmla="*/ 567690 h 567690"/>
                <a:gd name="csX2" fmla="*/ 754380 w 754380"/>
                <a:gd name="csY2" fmla="*/ 495300 h 567690"/>
                <a:gd name="csX3" fmla="*/ 752475 w 754380"/>
                <a:gd name="csY3" fmla="*/ 1905 h 567690"/>
                <a:gd name="csX4" fmla="*/ 0 w 754380"/>
                <a:gd name="csY4" fmla="*/ 0 h 567690"/>
                <a:gd name="csX0" fmla="*/ 0 w 754380"/>
                <a:gd name="csY0" fmla="*/ 0 h 567690"/>
                <a:gd name="csX1" fmla="*/ 521970 w 754380"/>
                <a:gd name="csY1" fmla="*/ 567690 h 567690"/>
                <a:gd name="csX2" fmla="*/ 641985 w 754380"/>
                <a:gd name="csY2" fmla="*/ 527685 h 567690"/>
                <a:gd name="csX3" fmla="*/ 754380 w 754380"/>
                <a:gd name="csY3" fmla="*/ 495300 h 567690"/>
                <a:gd name="csX4" fmla="*/ 752475 w 754380"/>
                <a:gd name="csY4" fmla="*/ 1905 h 567690"/>
                <a:gd name="csX5" fmla="*/ 0 w 754380"/>
                <a:gd name="csY5" fmla="*/ 0 h 567690"/>
                <a:gd name="csX0" fmla="*/ 0 w 754380"/>
                <a:gd name="csY0" fmla="*/ 0 h 649605"/>
                <a:gd name="csX1" fmla="*/ 521970 w 754380"/>
                <a:gd name="csY1" fmla="*/ 567690 h 649605"/>
                <a:gd name="csX2" fmla="*/ 676275 w 754380"/>
                <a:gd name="csY2" fmla="*/ 649605 h 649605"/>
                <a:gd name="csX3" fmla="*/ 754380 w 754380"/>
                <a:gd name="csY3" fmla="*/ 495300 h 649605"/>
                <a:gd name="csX4" fmla="*/ 752475 w 754380"/>
                <a:gd name="csY4" fmla="*/ 1905 h 649605"/>
                <a:gd name="csX5" fmla="*/ 0 w 754380"/>
                <a:gd name="csY5" fmla="*/ 0 h 649605"/>
                <a:gd name="csX0" fmla="*/ 0 w 754380"/>
                <a:gd name="csY0" fmla="*/ 0 h 649605"/>
                <a:gd name="csX1" fmla="*/ 521970 w 754380"/>
                <a:gd name="csY1" fmla="*/ 567690 h 649605"/>
                <a:gd name="csX2" fmla="*/ 676275 w 754380"/>
                <a:gd name="csY2" fmla="*/ 649605 h 649605"/>
                <a:gd name="csX3" fmla="*/ 754380 w 754380"/>
                <a:gd name="csY3" fmla="*/ 495300 h 649605"/>
                <a:gd name="csX4" fmla="*/ 752475 w 754380"/>
                <a:gd name="csY4" fmla="*/ 1905 h 649605"/>
                <a:gd name="csX5" fmla="*/ 0 w 754380"/>
                <a:gd name="csY5" fmla="*/ 0 h 649605"/>
                <a:gd name="csX0" fmla="*/ 0 w 754380"/>
                <a:gd name="csY0" fmla="*/ 0 h 649605"/>
                <a:gd name="csX1" fmla="*/ 521970 w 754380"/>
                <a:gd name="csY1" fmla="*/ 567690 h 649605"/>
                <a:gd name="csX2" fmla="*/ 676275 w 754380"/>
                <a:gd name="csY2" fmla="*/ 649605 h 649605"/>
                <a:gd name="csX3" fmla="*/ 754380 w 754380"/>
                <a:gd name="csY3" fmla="*/ 495300 h 649605"/>
                <a:gd name="csX4" fmla="*/ 752475 w 754380"/>
                <a:gd name="csY4" fmla="*/ 1905 h 649605"/>
                <a:gd name="csX5" fmla="*/ 0 w 754380"/>
                <a:gd name="csY5" fmla="*/ 0 h 649605"/>
                <a:gd name="csX0" fmla="*/ 0 w 754380"/>
                <a:gd name="csY0" fmla="*/ 0 h 652061"/>
                <a:gd name="csX1" fmla="*/ 521970 w 754380"/>
                <a:gd name="csY1" fmla="*/ 567690 h 652061"/>
                <a:gd name="csX2" fmla="*/ 676275 w 754380"/>
                <a:gd name="csY2" fmla="*/ 649605 h 652061"/>
                <a:gd name="csX3" fmla="*/ 754380 w 754380"/>
                <a:gd name="csY3" fmla="*/ 495300 h 652061"/>
                <a:gd name="csX4" fmla="*/ 752475 w 754380"/>
                <a:gd name="csY4" fmla="*/ 1905 h 652061"/>
                <a:gd name="csX5" fmla="*/ 0 w 754380"/>
                <a:gd name="csY5" fmla="*/ 0 h 652061"/>
                <a:gd name="csX0" fmla="*/ 0 w 754380"/>
                <a:gd name="csY0" fmla="*/ 0 h 651619"/>
                <a:gd name="csX1" fmla="*/ 521970 w 754380"/>
                <a:gd name="csY1" fmla="*/ 567690 h 651619"/>
                <a:gd name="csX2" fmla="*/ 676275 w 754380"/>
                <a:gd name="csY2" fmla="*/ 649605 h 651619"/>
                <a:gd name="csX3" fmla="*/ 754380 w 754380"/>
                <a:gd name="csY3" fmla="*/ 495300 h 651619"/>
                <a:gd name="csX4" fmla="*/ 752475 w 754380"/>
                <a:gd name="csY4" fmla="*/ 1905 h 651619"/>
                <a:gd name="csX5" fmla="*/ 0 w 754380"/>
                <a:gd name="csY5" fmla="*/ 0 h 651619"/>
                <a:gd name="csX0" fmla="*/ 0 w 754380"/>
                <a:gd name="csY0" fmla="*/ 0 h 651729"/>
                <a:gd name="csX1" fmla="*/ 521970 w 754380"/>
                <a:gd name="csY1" fmla="*/ 567690 h 651729"/>
                <a:gd name="csX2" fmla="*/ 676275 w 754380"/>
                <a:gd name="csY2" fmla="*/ 649605 h 651729"/>
                <a:gd name="csX3" fmla="*/ 754380 w 754380"/>
                <a:gd name="csY3" fmla="*/ 495300 h 651729"/>
                <a:gd name="csX4" fmla="*/ 752475 w 754380"/>
                <a:gd name="csY4" fmla="*/ 1905 h 651729"/>
                <a:gd name="csX5" fmla="*/ 0 w 754380"/>
                <a:gd name="csY5" fmla="*/ 0 h 651729"/>
                <a:gd name="csX0" fmla="*/ 0 w 754380"/>
                <a:gd name="csY0" fmla="*/ 0 h 650659"/>
                <a:gd name="csX1" fmla="*/ 521970 w 754380"/>
                <a:gd name="csY1" fmla="*/ 567690 h 650659"/>
                <a:gd name="csX2" fmla="*/ 676275 w 754380"/>
                <a:gd name="csY2" fmla="*/ 649605 h 650659"/>
                <a:gd name="csX3" fmla="*/ 754380 w 754380"/>
                <a:gd name="csY3" fmla="*/ 495300 h 650659"/>
                <a:gd name="csX4" fmla="*/ 752475 w 754380"/>
                <a:gd name="csY4" fmla="*/ 1905 h 650659"/>
                <a:gd name="csX5" fmla="*/ 0 w 754380"/>
                <a:gd name="csY5" fmla="*/ 0 h 650659"/>
                <a:gd name="csX0" fmla="*/ 0 w 754380"/>
                <a:gd name="csY0" fmla="*/ 0 h 650659"/>
                <a:gd name="csX1" fmla="*/ 521970 w 754380"/>
                <a:gd name="csY1" fmla="*/ 567690 h 650659"/>
                <a:gd name="csX2" fmla="*/ 676275 w 754380"/>
                <a:gd name="csY2" fmla="*/ 649605 h 650659"/>
                <a:gd name="csX3" fmla="*/ 754380 w 754380"/>
                <a:gd name="csY3" fmla="*/ 495300 h 650659"/>
                <a:gd name="csX4" fmla="*/ 752475 w 754380"/>
                <a:gd name="csY4" fmla="*/ 1905 h 650659"/>
                <a:gd name="csX5" fmla="*/ 0 w 754380"/>
                <a:gd name="csY5" fmla="*/ 0 h 650659"/>
                <a:gd name="csX0" fmla="*/ 0 w 754380"/>
                <a:gd name="csY0" fmla="*/ 0 h 651581"/>
                <a:gd name="csX1" fmla="*/ 521970 w 754380"/>
                <a:gd name="csY1" fmla="*/ 567690 h 651581"/>
                <a:gd name="csX2" fmla="*/ 676275 w 754380"/>
                <a:gd name="csY2" fmla="*/ 649605 h 651581"/>
                <a:gd name="csX3" fmla="*/ 754380 w 754380"/>
                <a:gd name="csY3" fmla="*/ 495300 h 651581"/>
                <a:gd name="csX4" fmla="*/ 752475 w 754380"/>
                <a:gd name="csY4" fmla="*/ 1905 h 651581"/>
                <a:gd name="csX5" fmla="*/ 0 w 754380"/>
                <a:gd name="csY5" fmla="*/ 0 h 651581"/>
                <a:gd name="csX0" fmla="*/ 0 w 754380"/>
                <a:gd name="csY0" fmla="*/ 0 h 651581"/>
                <a:gd name="csX1" fmla="*/ 521970 w 754380"/>
                <a:gd name="csY1" fmla="*/ 567690 h 651581"/>
                <a:gd name="csX2" fmla="*/ 676275 w 754380"/>
                <a:gd name="csY2" fmla="*/ 649605 h 651581"/>
                <a:gd name="csX3" fmla="*/ 754380 w 754380"/>
                <a:gd name="csY3" fmla="*/ 495300 h 651581"/>
                <a:gd name="csX4" fmla="*/ 752475 w 754380"/>
                <a:gd name="csY4" fmla="*/ 1905 h 651581"/>
                <a:gd name="csX5" fmla="*/ 0 w 754380"/>
                <a:gd name="csY5" fmla="*/ 0 h 6515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54380" h="651581">
                  <a:moveTo>
                    <a:pt x="0" y="0"/>
                  </a:moveTo>
                  <a:lnTo>
                    <a:pt x="521970" y="567690"/>
                  </a:lnTo>
                  <a:cubicBezTo>
                    <a:pt x="539520" y="581394"/>
                    <a:pt x="581578" y="665434"/>
                    <a:pt x="676275" y="649605"/>
                  </a:cubicBezTo>
                  <a:cubicBezTo>
                    <a:pt x="770347" y="617922"/>
                    <a:pt x="751758" y="549864"/>
                    <a:pt x="754380" y="495300"/>
                  </a:cubicBezTo>
                  <a:lnTo>
                    <a:pt x="752475" y="19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0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588A1A6-E52D-680B-CD51-D25784F7C0A6}"/>
                </a:ext>
              </a:extLst>
            </p:cNvPr>
            <p:cNvSpPr/>
            <p:nvPr/>
          </p:nvSpPr>
          <p:spPr>
            <a:xfrm rot="19147313">
              <a:off x="9616962" y="1017287"/>
              <a:ext cx="512035" cy="467949"/>
            </a:xfrm>
            <a:custGeom>
              <a:avLst/>
              <a:gdLst>
                <a:gd name="csX0" fmla="*/ 512035 w 512035"/>
                <a:gd name="csY0" fmla="*/ 0 h 467949"/>
                <a:gd name="csX1" fmla="*/ 106997 w 512035"/>
                <a:gd name="csY1" fmla="*/ 467949 h 467949"/>
                <a:gd name="csX2" fmla="*/ 75882 w 512035"/>
                <a:gd name="csY2" fmla="*/ 442278 h 467949"/>
                <a:gd name="csX3" fmla="*/ 0 w 512035"/>
                <a:gd name="csY3" fmla="*/ 259080 h 467949"/>
                <a:gd name="csX4" fmla="*/ 259080 w 512035"/>
                <a:gd name="csY4" fmla="*/ 0 h 467949"/>
                <a:gd name="csX5" fmla="*/ 512035 w 512035"/>
                <a:gd name="csY5" fmla="*/ 0 h 4679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512035" h="467949">
                  <a:moveTo>
                    <a:pt x="512035" y="0"/>
                  </a:moveTo>
                  <a:lnTo>
                    <a:pt x="106997" y="467949"/>
                  </a:lnTo>
                  <a:lnTo>
                    <a:pt x="75882" y="442278"/>
                  </a:lnTo>
                  <a:cubicBezTo>
                    <a:pt x="28998" y="395393"/>
                    <a:pt x="0" y="330623"/>
                    <a:pt x="0" y="259080"/>
                  </a:cubicBezTo>
                  <a:cubicBezTo>
                    <a:pt x="0" y="115994"/>
                    <a:pt x="115994" y="0"/>
                    <a:pt x="259080" y="0"/>
                  </a:cubicBezTo>
                  <a:lnTo>
                    <a:pt x="512035" y="0"/>
                  </a:lnTo>
                  <a:close/>
                </a:path>
              </a:pathLst>
            </a:custGeom>
            <a:solidFill>
              <a:srgbClr val="0334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90363DC-736D-4B18-BEFF-6B5992A96A59}"/>
              </a:ext>
            </a:extLst>
          </p:cNvPr>
          <p:cNvGrpSpPr/>
          <p:nvPr/>
        </p:nvGrpSpPr>
        <p:grpSpPr>
          <a:xfrm>
            <a:off x="0" y="1"/>
            <a:ext cx="2880360" cy="6857999"/>
            <a:chOff x="0" y="-1"/>
            <a:chExt cx="2880360" cy="6857999"/>
          </a:xfrm>
        </p:grpSpPr>
        <p:pic>
          <p:nvPicPr>
            <p:cNvPr id="21" name="Picture 20" descr="Low angle view of modern financial skyscrapers into the sky">
              <a:extLst>
                <a:ext uri="{FF2B5EF4-FFF2-40B4-BE49-F238E27FC236}">
                  <a16:creationId xmlns:a16="http://schemas.microsoft.com/office/drawing/2014/main" id="{867C42B8-D3B7-1B5F-BDE3-049D861E42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43" r="36164"/>
            <a:stretch>
              <a:fillRect/>
            </a:stretch>
          </p:blipFill>
          <p:spPr>
            <a:xfrm>
              <a:off x="0" y="-1"/>
              <a:ext cx="2880360" cy="6857999"/>
            </a:xfrm>
            <a:custGeom>
              <a:avLst/>
              <a:gdLst>
                <a:gd name="csX0" fmla="*/ 0 w 2880360"/>
                <a:gd name="csY0" fmla="*/ 0 h 6857999"/>
                <a:gd name="csX1" fmla="*/ 2880360 w 2880360"/>
                <a:gd name="csY1" fmla="*/ 0 h 6857999"/>
                <a:gd name="csX2" fmla="*/ 2880360 w 2880360"/>
                <a:gd name="csY2" fmla="*/ 6857999 h 6857999"/>
                <a:gd name="csX3" fmla="*/ 0 w 2880360"/>
                <a:gd name="csY3" fmla="*/ 6857999 h 6857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80360" h="6857999">
                  <a:moveTo>
                    <a:pt x="0" y="0"/>
                  </a:moveTo>
                  <a:lnTo>
                    <a:pt x="2880360" y="0"/>
                  </a:lnTo>
                  <a:lnTo>
                    <a:pt x="2880360" y="6857999"/>
                  </a:lnTo>
                  <a:lnTo>
                    <a:pt x="0" y="6857999"/>
                  </a:lnTo>
                  <a:close/>
                </a:path>
              </a:pathLst>
            </a:custGeom>
            <a:blipFill dpi="0" rotWithShape="1">
              <a:blip r:embed="rId2">
                <a:alphaModFix/>
              </a:blip>
              <a:srcRect/>
              <a:tile tx="0" ty="0" sx="100000" sy="100000" flip="none" algn="tl"/>
            </a:blipFill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757C094-0F2A-373A-B4F8-80542019A0AC}"/>
                </a:ext>
              </a:extLst>
            </p:cNvPr>
            <p:cNvSpPr/>
            <p:nvPr/>
          </p:nvSpPr>
          <p:spPr>
            <a:xfrm>
              <a:off x="0" y="-1"/>
              <a:ext cx="2880360" cy="6857998"/>
            </a:xfrm>
            <a:prstGeom prst="rect">
              <a:avLst/>
            </a:prstGeom>
            <a:solidFill>
              <a:srgbClr val="033431">
                <a:alpha val="9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5803E74-FB79-43D7-2336-B01AE80B4F62}"/>
              </a:ext>
            </a:extLst>
          </p:cNvPr>
          <p:cNvSpPr txBox="1"/>
          <p:nvPr/>
        </p:nvSpPr>
        <p:spPr>
          <a:xfrm>
            <a:off x="191822" y="96365"/>
            <a:ext cx="25170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C000"/>
                </a:solidFill>
                <a:latin typeface="Montserrat" panose="00000500000000000000" pitchFamily="50" charset="0"/>
              </a:rPr>
              <a:t>Company Description</a:t>
            </a:r>
            <a:endParaRPr lang="en-IN" sz="1600" b="1" dirty="0">
              <a:solidFill>
                <a:srgbClr val="FFC000"/>
              </a:solidFill>
              <a:latin typeface="Montserrat" panose="00000500000000000000" pitchFamily="50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F902B5-E3B8-A946-F657-3A4FBDEA5D9B}"/>
              </a:ext>
            </a:extLst>
          </p:cNvPr>
          <p:cNvSpPr txBox="1"/>
          <p:nvPr/>
        </p:nvSpPr>
        <p:spPr>
          <a:xfrm>
            <a:off x="114794" y="412331"/>
            <a:ext cx="2667000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  <a:latin typeface="Montserrat" panose="00000500000000000000" pitchFamily="50" charset="0"/>
              </a:rPr>
              <a:t>Swasthya Food Consulting is the dream project of a food industry expert with more than 21 years of experience. This proprietary firm was established in 2022.</a:t>
            </a:r>
            <a:endParaRPr lang="en-IN" sz="1050" b="1" dirty="0">
              <a:solidFill>
                <a:schemeClr val="bg1"/>
              </a:solidFill>
              <a:latin typeface="Montserrat" panose="00000500000000000000" pitchFamily="50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1E6517-CAA3-650D-1DE2-735C1ABCF7F4}"/>
              </a:ext>
            </a:extLst>
          </p:cNvPr>
          <p:cNvSpPr txBox="1"/>
          <p:nvPr/>
        </p:nvSpPr>
        <p:spPr>
          <a:xfrm>
            <a:off x="1019589" y="1342082"/>
            <a:ext cx="837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C000"/>
                </a:solidFill>
                <a:latin typeface="Montserrat" panose="00000500000000000000" pitchFamily="50" charset="0"/>
              </a:rPr>
              <a:t>Vision</a:t>
            </a:r>
            <a:endParaRPr lang="en-IN" sz="1600" b="1" dirty="0">
              <a:solidFill>
                <a:srgbClr val="FFC000"/>
              </a:solidFill>
              <a:latin typeface="Montserrat" panose="00000500000000000000" pitchFamily="50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88BF48-2234-004B-FD4C-D80E4EC6FF8E}"/>
              </a:ext>
            </a:extLst>
          </p:cNvPr>
          <p:cNvSpPr txBox="1"/>
          <p:nvPr/>
        </p:nvSpPr>
        <p:spPr>
          <a:xfrm>
            <a:off x="109714" y="1639476"/>
            <a:ext cx="2667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  <a:latin typeface="Montserrat" panose="00000500000000000000" pitchFamily="50" charset="0"/>
              </a:rPr>
              <a:t>To provide world class consultation and training in food industry.</a:t>
            </a:r>
            <a:endParaRPr lang="en-IN" sz="1050" b="1" dirty="0">
              <a:solidFill>
                <a:schemeClr val="bg1"/>
              </a:solidFill>
              <a:latin typeface="Montserrat" panose="00000500000000000000" pitchFamily="50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6B30435-114F-19D9-74AA-E566115CEF92}"/>
              </a:ext>
            </a:extLst>
          </p:cNvPr>
          <p:cNvSpPr/>
          <p:nvPr/>
        </p:nvSpPr>
        <p:spPr>
          <a:xfrm>
            <a:off x="696453" y="2855995"/>
            <a:ext cx="1353073" cy="1038303"/>
          </a:xfrm>
          <a:prstGeom prst="roundRect">
            <a:avLst>
              <a:gd name="adj" fmla="val 3707"/>
            </a:avLst>
          </a:prstGeom>
          <a:solidFill>
            <a:srgbClr val="FFC000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Graphic 4" descr="Email with solid fill">
            <a:extLst>
              <a:ext uri="{FF2B5EF4-FFF2-40B4-BE49-F238E27FC236}">
                <a16:creationId xmlns:a16="http://schemas.microsoft.com/office/drawing/2014/main" id="{BC97E0F2-6A28-F631-6497-115CFE1D0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138" y="5377066"/>
            <a:ext cx="434311" cy="434311"/>
          </a:xfrm>
          <a:prstGeom prst="rect">
            <a:avLst/>
          </a:prstGeom>
        </p:spPr>
      </p:pic>
      <p:pic>
        <p:nvPicPr>
          <p:cNvPr id="11" name="Graphic 10" descr="Internet with solid fill">
            <a:extLst>
              <a:ext uri="{FF2B5EF4-FFF2-40B4-BE49-F238E27FC236}">
                <a16:creationId xmlns:a16="http://schemas.microsoft.com/office/drawing/2014/main" id="{D15955F2-587B-A423-55B8-600BC07CCB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2438" y="6130593"/>
            <a:ext cx="481551" cy="481551"/>
          </a:xfrm>
          <a:prstGeom prst="rect">
            <a:avLst/>
          </a:prstGeom>
        </p:spPr>
      </p:pic>
      <p:pic>
        <p:nvPicPr>
          <p:cNvPr id="14" name="Graphic 13" descr="Smart Phone with solid fill">
            <a:extLst>
              <a:ext uri="{FF2B5EF4-FFF2-40B4-BE49-F238E27FC236}">
                <a16:creationId xmlns:a16="http://schemas.microsoft.com/office/drawing/2014/main" id="{C340E587-2703-B88F-4A54-3C53832864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4760" y="4671936"/>
            <a:ext cx="385402" cy="38540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4C4657A-ABB2-E556-125F-6589F895BED6}"/>
              </a:ext>
            </a:extLst>
          </p:cNvPr>
          <p:cNvSpPr txBox="1"/>
          <p:nvPr/>
        </p:nvSpPr>
        <p:spPr>
          <a:xfrm>
            <a:off x="847061" y="5033335"/>
            <a:ext cx="12024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Montserrat" panose="00000500000000000000" pitchFamily="50" charset="0"/>
              </a:rPr>
              <a:t>+91-8105787342</a:t>
            </a:r>
            <a:endParaRPr lang="en-IN" sz="900" b="1" dirty="0">
              <a:solidFill>
                <a:schemeClr val="bg1"/>
              </a:solidFill>
              <a:latin typeface="Montserrat" panose="00000500000000000000" pitchFamily="50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C89F6A-B451-B489-2D60-9A7126C5DA5C}"/>
              </a:ext>
            </a:extLst>
          </p:cNvPr>
          <p:cNvSpPr txBox="1"/>
          <p:nvPr/>
        </p:nvSpPr>
        <p:spPr>
          <a:xfrm>
            <a:off x="28045" y="5800217"/>
            <a:ext cx="2840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Montserrat" panose="00000500000000000000" pitchFamily="50" charset="0"/>
              </a:rPr>
              <a:t>thammaiah.nd@gmail.com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  <a:latin typeface="Montserrat" panose="00000500000000000000" pitchFamily="50" charset="0"/>
              </a:rPr>
              <a:t>thammaiah.nd@swasthyafoodconsulting.com</a:t>
            </a:r>
            <a:endParaRPr lang="en-IN" sz="900" dirty="0">
              <a:solidFill>
                <a:schemeClr val="bg1"/>
              </a:solidFill>
              <a:latin typeface="Montserrat" panose="00000500000000000000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628DC8-E138-B81B-DE64-C01542D91C1D}"/>
              </a:ext>
            </a:extLst>
          </p:cNvPr>
          <p:cNvSpPr txBox="1"/>
          <p:nvPr/>
        </p:nvSpPr>
        <p:spPr>
          <a:xfrm>
            <a:off x="242234" y="6525344"/>
            <a:ext cx="24064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Montserrat" panose="00000500000000000000" pitchFamily="50" charset="0"/>
              </a:rPr>
              <a:t>https://swasthyafoodconsulting.com/</a:t>
            </a:r>
            <a:endParaRPr lang="en-IN" sz="900" dirty="0">
              <a:solidFill>
                <a:schemeClr val="bg1"/>
              </a:solidFill>
              <a:latin typeface="Montserrat" panose="00000500000000000000" pitchFamily="50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CC56317-BA38-55DF-258D-A7E361484F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724" y="134617"/>
            <a:ext cx="2146754" cy="600604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B0BBA68-BD7E-BF22-BA15-EA5ECC0D5208}"/>
              </a:ext>
            </a:extLst>
          </p:cNvPr>
          <p:cNvSpPr/>
          <p:nvPr/>
        </p:nvSpPr>
        <p:spPr>
          <a:xfrm>
            <a:off x="3073078" y="1244784"/>
            <a:ext cx="3007682" cy="400110"/>
          </a:xfrm>
          <a:prstGeom prst="roundRect">
            <a:avLst/>
          </a:prstGeom>
          <a:solidFill>
            <a:srgbClr val="0AA0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SWASTHYA IN NUMBERS</a:t>
            </a:r>
            <a:endParaRPr lang="en-IN" b="1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CB9769A-EE86-695E-7DC0-B17D17C92087}"/>
              </a:ext>
            </a:extLst>
          </p:cNvPr>
          <p:cNvSpPr/>
          <p:nvPr/>
        </p:nvSpPr>
        <p:spPr>
          <a:xfrm>
            <a:off x="6332220" y="1244784"/>
            <a:ext cx="3322320" cy="400110"/>
          </a:xfrm>
          <a:prstGeom prst="roundRect">
            <a:avLst/>
          </a:prstGeom>
          <a:solidFill>
            <a:srgbClr val="0AA0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OUR CORE SERVICES</a:t>
            </a:r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445AFA-0110-6609-874E-19CBE2A321C4}"/>
              </a:ext>
            </a:extLst>
          </p:cNvPr>
          <p:cNvSpPr txBox="1"/>
          <p:nvPr/>
        </p:nvSpPr>
        <p:spPr>
          <a:xfrm>
            <a:off x="4437061" y="5573863"/>
            <a:ext cx="3783407" cy="119988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b="1" u="sng" dirty="0">
                <a:solidFill>
                  <a:srgbClr val="0AA0A1"/>
                </a:solidFill>
                <a:latin typeface="Montserrat" panose="00000500000000000000" pitchFamily="50" charset="0"/>
              </a:rPr>
              <a:t>Swasthya Food Consulting</a:t>
            </a:r>
            <a:endParaRPr lang="en-IN" sz="2000" b="1" u="sng" dirty="0">
              <a:solidFill>
                <a:srgbClr val="0AA0A1"/>
              </a:solidFill>
              <a:latin typeface="Montserrat" panose="00000500000000000000" pitchFamily="50" charset="0"/>
            </a:endParaRPr>
          </a:p>
          <a:p>
            <a:pPr algn="ctr">
              <a:lnSpc>
                <a:spcPct val="150000"/>
              </a:lnSpc>
            </a:pPr>
            <a:r>
              <a:rPr lang="en-IN" sz="1200" b="1" dirty="0">
                <a:solidFill>
                  <a:srgbClr val="033431"/>
                </a:solidFill>
                <a:latin typeface="Montserrat" panose="00000500000000000000" pitchFamily="50" charset="0"/>
              </a:rPr>
              <a:t>GSTIN – 29AJFPD0474P1ZV</a:t>
            </a:r>
          </a:p>
          <a:p>
            <a:pPr algn="ctr">
              <a:lnSpc>
                <a:spcPct val="150000"/>
              </a:lnSpc>
            </a:pPr>
            <a:r>
              <a:rPr lang="en-US" sz="1200" b="1" dirty="0">
                <a:solidFill>
                  <a:srgbClr val="033431"/>
                </a:solidFill>
                <a:latin typeface="Montserrat" panose="00000500000000000000" pitchFamily="50" charset="0"/>
              </a:rPr>
              <a:t>#102, Bluejay Atmosphere-2, Karihobanahalli</a:t>
            </a:r>
          </a:p>
          <a:p>
            <a:pPr algn="ctr">
              <a:lnSpc>
                <a:spcPct val="150000"/>
              </a:lnSpc>
            </a:pPr>
            <a:r>
              <a:rPr lang="en-US" sz="1200" b="1" dirty="0">
                <a:solidFill>
                  <a:srgbClr val="033431"/>
                </a:solidFill>
                <a:latin typeface="Montserrat" panose="00000500000000000000" pitchFamily="50" charset="0"/>
              </a:rPr>
              <a:t>Andrahalli Main Road, Bengaluru, 560073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560D54F-D263-9084-01CF-40AAFBF7AD68}"/>
              </a:ext>
            </a:extLst>
          </p:cNvPr>
          <p:cNvSpPr/>
          <p:nvPr/>
        </p:nvSpPr>
        <p:spPr>
          <a:xfrm>
            <a:off x="3162860" y="1732885"/>
            <a:ext cx="533000" cy="533000"/>
          </a:xfrm>
          <a:prstGeom prst="roundRect">
            <a:avLst/>
          </a:prstGeom>
          <a:solidFill>
            <a:srgbClr val="0334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72C492E-4395-696D-F303-886A5D2CF128}"/>
              </a:ext>
            </a:extLst>
          </p:cNvPr>
          <p:cNvSpPr/>
          <p:nvPr/>
        </p:nvSpPr>
        <p:spPr>
          <a:xfrm>
            <a:off x="3162860" y="2500668"/>
            <a:ext cx="533000" cy="533000"/>
          </a:xfrm>
          <a:prstGeom prst="roundRect">
            <a:avLst/>
          </a:prstGeom>
          <a:solidFill>
            <a:srgbClr val="0334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3565213-8369-F1DF-73DE-4ADA81AD01EA}"/>
              </a:ext>
            </a:extLst>
          </p:cNvPr>
          <p:cNvSpPr/>
          <p:nvPr/>
        </p:nvSpPr>
        <p:spPr>
          <a:xfrm>
            <a:off x="3162860" y="3268451"/>
            <a:ext cx="533000" cy="533000"/>
          </a:xfrm>
          <a:prstGeom prst="roundRect">
            <a:avLst/>
          </a:prstGeom>
          <a:solidFill>
            <a:srgbClr val="0334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0841E09-3D05-AD84-1A96-B3D0CA6A0FF6}"/>
              </a:ext>
            </a:extLst>
          </p:cNvPr>
          <p:cNvSpPr/>
          <p:nvPr/>
        </p:nvSpPr>
        <p:spPr>
          <a:xfrm>
            <a:off x="3162860" y="4036234"/>
            <a:ext cx="533000" cy="533000"/>
          </a:xfrm>
          <a:prstGeom prst="roundRect">
            <a:avLst/>
          </a:prstGeom>
          <a:solidFill>
            <a:srgbClr val="0334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328025C-3D36-78DF-97A5-96952B7D2DF8}"/>
              </a:ext>
            </a:extLst>
          </p:cNvPr>
          <p:cNvSpPr/>
          <p:nvPr/>
        </p:nvSpPr>
        <p:spPr>
          <a:xfrm>
            <a:off x="3162860" y="4804016"/>
            <a:ext cx="533000" cy="533000"/>
          </a:xfrm>
          <a:prstGeom prst="roundRect">
            <a:avLst/>
          </a:prstGeom>
          <a:solidFill>
            <a:srgbClr val="0334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3560C8-3186-AC82-2E45-0B125ECF99A8}"/>
              </a:ext>
            </a:extLst>
          </p:cNvPr>
          <p:cNvSpPr txBox="1"/>
          <p:nvPr/>
        </p:nvSpPr>
        <p:spPr>
          <a:xfrm>
            <a:off x="3686582" y="1759891"/>
            <a:ext cx="2297880" cy="546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2400" b="1" dirty="0">
                <a:solidFill>
                  <a:srgbClr val="C00000"/>
                </a:solidFill>
              </a:rPr>
              <a:t>279+</a:t>
            </a:r>
          </a:p>
          <a:p>
            <a:pPr>
              <a:lnSpc>
                <a:spcPts val="1800"/>
              </a:lnSpc>
            </a:pPr>
            <a:r>
              <a:rPr lang="en-US" sz="1400" b="1" dirty="0"/>
              <a:t>Trainings Conducted</a:t>
            </a:r>
            <a:endParaRPr lang="en-IN" sz="14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B50DDC-6EFF-7C0D-6232-064C02C6D640}"/>
              </a:ext>
            </a:extLst>
          </p:cNvPr>
          <p:cNvSpPr txBox="1"/>
          <p:nvPr/>
        </p:nvSpPr>
        <p:spPr>
          <a:xfrm>
            <a:off x="3686582" y="2527674"/>
            <a:ext cx="2297880" cy="546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2400" b="1" dirty="0">
                <a:solidFill>
                  <a:srgbClr val="C00000"/>
                </a:solidFill>
              </a:rPr>
              <a:t>6863 +</a:t>
            </a:r>
          </a:p>
          <a:p>
            <a:pPr>
              <a:lnSpc>
                <a:spcPts val="1800"/>
              </a:lnSpc>
            </a:pPr>
            <a:r>
              <a:rPr lang="en-US" sz="1400" b="1" dirty="0"/>
              <a:t>Participants Trained</a:t>
            </a:r>
            <a:endParaRPr lang="en-IN" sz="14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EE1B16-70B4-72C0-CE87-80ACB1D518EE}"/>
              </a:ext>
            </a:extLst>
          </p:cNvPr>
          <p:cNvSpPr txBox="1"/>
          <p:nvPr/>
        </p:nvSpPr>
        <p:spPr>
          <a:xfrm>
            <a:off x="3686582" y="4838642"/>
            <a:ext cx="2642183" cy="546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2400" b="1" dirty="0">
                <a:solidFill>
                  <a:srgbClr val="C00000"/>
                </a:solidFill>
              </a:rPr>
              <a:t>96.7 %</a:t>
            </a:r>
          </a:p>
          <a:p>
            <a:pPr>
              <a:lnSpc>
                <a:spcPts val="1800"/>
              </a:lnSpc>
            </a:pPr>
            <a:r>
              <a:rPr lang="en-US" sz="1400" b="1" dirty="0"/>
              <a:t>Participants Rated Excellent</a:t>
            </a:r>
            <a:endParaRPr lang="en-IN" sz="14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48649E-F596-FB2E-3573-ADC1D8F8E3F4}"/>
              </a:ext>
            </a:extLst>
          </p:cNvPr>
          <p:cNvSpPr txBox="1"/>
          <p:nvPr/>
        </p:nvSpPr>
        <p:spPr>
          <a:xfrm>
            <a:off x="3686582" y="4063240"/>
            <a:ext cx="2490054" cy="546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2400" b="1" dirty="0">
                <a:solidFill>
                  <a:srgbClr val="C00000"/>
                </a:solidFill>
              </a:rPr>
              <a:t>160 +</a:t>
            </a:r>
          </a:p>
          <a:p>
            <a:pPr>
              <a:lnSpc>
                <a:spcPts val="1800"/>
              </a:lnSpc>
            </a:pPr>
            <a:r>
              <a:rPr lang="en-US" sz="1400" b="1" dirty="0"/>
              <a:t>FoSTaC Trainings Conducted</a:t>
            </a:r>
            <a:endParaRPr lang="en-IN" sz="14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3345D98-0D26-988D-0A8C-3A97B731EA15}"/>
              </a:ext>
            </a:extLst>
          </p:cNvPr>
          <p:cNvSpPr txBox="1"/>
          <p:nvPr/>
        </p:nvSpPr>
        <p:spPr>
          <a:xfrm>
            <a:off x="3686582" y="3295457"/>
            <a:ext cx="2297880" cy="546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2400" b="1" dirty="0">
                <a:solidFill>
                  <a:srgbClr val="C00000"/>
                </a:solidFill>
              </a:rPr>
              <a:t>2763 +</a:t>
            </a:r>
          </a:p>
          <a:p>
            <a:pPr>
              <a:lnSpc>
                <a:spcPts val="1800"/>
              </a:lnSpc>
            </a:pPr>
            <a:r>
              <a:rPr lang="en-US" sz="1400" b="1" dirty="0"/>
              <a:t>Hours of Training</a:t>
            </a:r>
            <a:endParaRPr lang="en-IN" sz="1400" b="1" dirty="0"/>
          </a:p>
        </p:txBody>
      </p:sp>
      <p:pic>
        <p:nvPicPr>
          <p:cNvPr id="48" name="Graphic 47" descr="Hourglass Finished with solid fill">
            <a:extLst>
              <a:ext uri="{FF2B5EF4-FFF2-40B4-BE49-F238E27FC236}">
                <a16:creationId xmlns:a16="http://schemas.microsoft.com/office/drawing/2014/main" id="{A338BCCC-9AD7-85B8-48AC-FF21702F55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95360" y="3302634"/>
            <a:ext cx="468000" cy="468000"/>
          </a:xfrm>
          <a:prstGeom prst="rect">
            <a:avLst/>
          </a:prstGeom>
        </p:spPr>
      </p:pic>
      <p:pic>
        <p:nvPicPr>
          <p:cNvPr id="49" name="Graphic 48" descr="Classroom with solid fill">
            <a:extLst>
              <a:ext uri="{FF2B5EF4-FFF2-40B4-BE49-F238E27FC236}">
                <a16:creationId xmlns:a16="http://schemas.microsoft.com/office/drawing/2014/main" id="{AC32C32C-1D2A-A5F0-51AE-88B86B11F5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70286" y="2520657"/>
            <a:ext cx="504000" cy="504000"/>
          </a:xfrm>
          <a:prstGeom prst="rect">
            <a:avLst/>
          </a:prstGeom>
        </p:spPr>
      </p:pic>
      <p:pic>
        <p:nvPicPr>
          <p:cNvPr id="50" name="Graphic 49" descr="Clapping hands with solid fill">
            <a:extLst>
              <a:ext uri="{FF2B5EF4-FFF2-40B4-BE49-F238E27FC236}">
                <a16:creationId xmlns:a16="http://schemas.microsoft.com/office/drawing/2014/main" id="{B9E675A2-28A7-BEE4-3903-04F96F9651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88286" y="4836516"/>
            <a:ext cx="468000" cy="468000"/>
          </a:xfrm>
          <a:prstGeom prst="rect">
            <a:avLst/>
          </a:prstGeom>
        </p:spPr>
      </p:pic>
      <p:pic>
        <p:nvPicPr>
          <p:cNvPr id="51" name="Graphic 50" descr="Users with solid fill">
            <a:extLst>
              <a:ext uri="{FF2B5EF4-FFF2-40B4-BE49-F238E27FC236}">
                <a16:creationId xmlns:a16="http://schemas.microsoft.com/office/drawing/2014/main" id="{3A3D22F7-0C65-C20F-7A3F-8B5713482A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92693" y="1759891"/>
            <a:ext cx="481593" cy="481593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9F083F5D-5579-7243-C10D-4D21B626DC74}"/>
              </a:ext>
            </a:extLst>
          </p:cNvPr>
          <p:cNvSpPr txBox="1"/>
          <p:nvPr/>
        </p:nvSpPr>
        <p:spPr>
          <a:xfrm>
            <a:off x="3099440" y="4176083"/>
            <a:ext cx="7980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Bauhaus 93" panose="04030905020B02020C02" pitchFamily="82" charset="0"/>
              </a:rPr>
              <a:t>FoSTaC</a:t>
            </a:r>
            <a:endParaRPr lang="en-IN" sz="1100" b="1" dirty="0">
              <a:solidFill>
                <a:schemeClr val="bg1"/>
              </a:solidFill>
              <a:latin typeface="Bauhaus 93" panose="04030905020B02020C02" pitchFamily="8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4EB71F7-328C-4774-FDE5-1E363C032768}"/>
              </a:ext>
            </a:extLst>
          </p:cNvPr>
          <p:cNvSpPr txBox="1"/>
          <p:nvPr/>
        </p:nvSpPr>
        <p:spPr>
          <a:xfrm>
            <a:off x="7039166" y="1927664"/>
            <a:ext cx="29101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FSSAI Regulatory Support</a:t>
            </a:r>
            <a:endParaRPr lang="en-IN" sz="1600" b="1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7F1056E-BB0C-B8D8-E27F-057DCFB4DCC7}"/>
              </a:ext>
            </a:extLst>
          </p:cNvPr>
          <p:cNvGrpSpPr/>
          <p:nvPr/>
        </p:nvGrpSpPr>
        <p:grpSpPr>
          <a:xfrm>
            <a:off x="6425664" y="1769669"/>
            <a:ext cx="654959" cy="3597827"/>
            <a:chOff x="6106928" y="1858422"/>
            <a:chExt cx="802512" cy="4408368"/>
          </a:xfrm>
          <a:solidFill>
            <a:srgbClr val="033431"/>
          </a:solidFill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DEEC017-1B27-3A12-4B36-E5EED9EC8C1E}"/>
                </a:ext>
              </a:extLst>
            </p:cNvPr>
            <p:cNvSpPr/>
            <p:nvPr/>
          </p:nvSpPr>
          <p:spPr>
            <a:xfrm>
              <a:off x="6106928" y="1858422"/>
              <a:ext cx="802512" cy="8025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A818D57D-4847-8EEB-CD66-528328DD5DEA}"/>
                </a:ext>
              </a:extLst>
            </p:cNvPr>
            <p:cNvSpPr/>
            <p:nvPr/>
          </p:nvSpPr>
          <p:spPr>
            <a:xfrm>
              <a:off x="6106928" y="2759886"/>
              <a:ext cx="802512" cy="8025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63534BC1-C27D-1CBB-E6A2-BBFBD7B04D87}"/>
                </a:ext>
              </a:extLst>
            </p:cNvPr>
            <p:cNvSpPr/>
            <p:nvPr/>
          </p:nvSpPr>
          <p:spPr>
            <a:xfrm>
              <a:off x="6106928" y="3661350"/>
              <a:ext cx="802512" cy="8025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6AF0116A-FEDF-C097-62F1-6F05837F6578}"/>
                </a:ext>
              </a:extLst>
            </p:cNvPr>
            <p:cNvSpPr/>
            <p:nvPr/>
          </p:nvSpPr>
          <p:spPr>
            <a:xfrm>
              <a:off x="6106928" y="4562814"/>
              <a:ext cx="802512" cy="8025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2CB433F-EFD7-378A-342F-0A3F883020A0}"/>
                </a:ext>
              </a:extLst>
            </p:cNvPr>
            <p:cNvSpPr/>
            <p:nvPr/>
          </p:nvSpPr>
          <p:spPr>
            <a:xfrm>
              <a:off x="6106928" y="5464278"/>
              <a:ext cx="802512" cy="8025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62" name="Graphic 61" descr="Teacher with solid fill">
            <a:extLst>
              <a:ext uri="{FF2B5EF4-FFF2-40B4-BE49-F238E27FC236}">
                <a16:creationId xmlns:a16="http://schemas.microsoft.com/office/drawing/2014/main" id="{E79EC820-D1B6-FB08-FB61-AEABD01349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15724" y="3325937"/>
            <a:ext cx="468000" cy="468000"/>
          </a:xfrm>
          <a:prstGeom prst="rect">
            <a:avLst/>
          </a:prstGeom>
        </p:spPr>
      </p:pic>
      <p:pic>
        <p:nvPicPr>
          <p:cNvPr id="63" name="Graphic 62" descr="Clipboard with solid fill">
            <a:extLst>
              <a:ext uri="{FF2B5EF4-FFF2-40B4-BE49-F238E27FC236}">
                <a16:creationId xmlns:a16="http://schemas.microsoft.com/office/drawing/2014/main" id="{B4D68784-AD1F-90AA-54C4-6B3934FC98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15724" y="4065667"/>
            <a:ext cx="468000" cy="468000"/>
          </a:xfrm>
          <a:prstGeom prst="rect">
            <a:avLst/>
          </a:prstGeom>
        </p:spPr>
      </p:pic>
      <p:pic>
        <p:nvPicPr>
          <p:cNvPr id="64" name="Graphic 63" descr="Head with gears with solid fill">
            <a:extLst>
              <a:ext uri="{FF2B5EF4-FFF2-40B4-BE49-F238E27FC236}">
                <a16:creationId xmlns:a16="http://schemas.microsoft.com/office/drawing/2014/main" id="{37E8458C-7BF4-827F-DFA3-62AAE4FE7D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15724" y="4810587"/>
            <a:ext cx="468000" cy="468000"/>
          </a:xfrm>
          <a:prstGeom prst="rect">
            <a:avLst/>
          </a:prstGeom>
        </p:spPr>
      </p:pic>
      <p:pic>
        <p:nvPicPr>
          <p:cNvPr id="65" name="Graphic 64" descr="Gavel with solid fill">
            <a:extLst>
              <a:ext uri="{FF2B5EF4-FFF2-40B4-BE49-F238E27FC236}">
                <a16:creationId xmlns:a16="http://schemas.microsoft.com/office/drawing/2014/main" id="{A1BBCFA7-03E9-8060-D2F7-A15594C30B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19143" y="1840506"/>
            <a:ext cx="468000" cy="468000"/>
          </a:xfrm>
          <a:prstGeom prst="rect">
            <a:avLst/>
          </a:prstGeom>
        </p:spPr>
      </p:pic>
      <p:pic>
        <p:nvPicPr>
          <p:cNvPr id="66" name="Graphic 65" descr="Boardroom with solid fill">
            <a:extLst>
              <a:ext uri="{FF2B5EF4-FFF2-40B4-BE49-F238E27FC236}">
                <a16:creationId xmlns:a16="http://schemas.microsoft.com/office/drawing/2014/main" id="{86783B5C-F70A-20DA-FFDF-F1FF112BEC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19143" y="2602838"/>
            <a:ext cx="468000" cy="46800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B216BFCE-A5F0-D608-4A96-611F909D650F}"/>
              </a:ext>
            </a:extLst>
          </p:cNvPr>
          <p:cNvSpPr txBox="1"/>
          <p:nvPr/>
        </p:nvSpPr>
        <p:spPr>
          <a:xfrm>
            <a:off x="7039166" y="4139324"/>
            <a:ext cx="29101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Audits</a:t>
            </a:r>
            <a:endParaRPr lang="en-IN" sz="16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9642752-99E3-D6EC-0EB6-D7AC5696F79C}"/>
              </a:ext>
            </a:extLst>
          </p:cNvPr>
          <p:cNvSpPr txBox="1"/>
          <p:nvPr/>
        </p:nvSpPr>
        <p:spPr>
          <a:xfrm>
            <a:off x="7039166" y="3402104"/>
            <a:ext cx="29101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Technical Trainings</a:t>
            </a:r>
            <a:endParaRPr lang="en-IN" sz="16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7148E62-9144-8736-732B-F77A48F85006}"/>
              </a:ext>
            </a:extLst>
          </p:cNvPr>
          <p:cNvSpPr txBox="1"/>
          <p:nvPr/>
        </p:nvSpPr>
        <p:spPr>
          <a:xfrm>
            <a:off x="7039166" y="4876542"/>
            <a:ext cx="29101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Other Technical Services</a:t>
            </a:r>
            <a:endParaRPr lang="en-IN" sz="16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91DCAF1-9B68-21FC-0017-5BD95F347FC4}"/>
              </a:ext>
            </a:extLst>
          </p:cNvPr>
          <p:cNvSpPr txBox="1"/>
          <p:nvPr/>
        </p:nvSpPr>
        <p:spPr>
          <a:xfrm>
            <a:off x="7039166" y="2664884"/>
            <a:ext cx="29101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ISO / FSMS Consultancy</a:t>
            </a:r>
            <a:endParaRPr lang="en-IN" sz="16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C3BAFCB-D7A1-5D13-793A-C16E656A92B1}"/>
              </a:ext>
            </a:extLst>
          </p:cNvPr>
          <p:cNvSpPr txBox="1"/>
          <p:nvPr/>
        </p:nvSpPr>
        <p:spPr>
          <a:xfrm>
            <a:off x="-4642" y="3916972"/>
            <a:ext cx="29138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Montserrat" panose="00000500000000000000" pitchFamily="50" charset="0"/>
              </a:rPr>
              <a:t>THAMMAIAH N D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Montserrat" panose="00000500000000000000" pitchFamily="50" charset="0"/>
              </a:rPr>
              <a:t>Managing Director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Montserrat" panose="00000500000000000000" pitchFamily="50" charset="0"/>
              </a:rPr>
              <a:t>Swasthya Food Consulting</a:t>
            </a:r>
            <a:endParaRPr lang="en-IN" sz="1200" dirty="0">
              <a:solidFill>
                <a:schemeClr val="bg1"/>
              </a:solidFill>
              <a:latin typeface="Montserrat" panose="00000500000000000000" pitchFamily="50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CFF421F-5015-6537-3FEB-CDD31395F56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44" y="2101613"/>
            <a:ext cx="1400202" cy="1799485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C0319249-359D-F899-D76C-76A5360BCAA2}"/>
              </a:ext>
            </a:extLst>
          </p:cNvPr>
          <p:cNvGrpSpPr/>
          <p:nvPr/>
        </p:nvGrpSpPr>
        <p:grpSpPr>
          <a:xfrm>
            <a:off x="2957388" y="241030"/>
            <a:ext cx="2880360" cy="521635"/>
            <a:chOff x="0" y="-1"/>
            <a:chExt cx="2880360" cy="6857999"/>
          </a:xfrm>
        </p:grpSpPr>
        <p:pic>
          <p:nvPicPr>
            <p:cNvPr id="29" name="Picture 28" descr="Low angle view of modern financial skyscrapers into the sky">
              <a:extLst>
                <a:ext uri="{FF2B5EF4-FFF2-40B4-BE49-F238E27FC236}">
                  <a16:creationId xmlns:a16="http://schemas.microsoft.com/office/drawing/2014/main" id="{1411B118-2ECB-3C8F-2F74-6B9C918E2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43" r="36164"/>
            <a:stretch>
              <a:fillRect/>
            </a:stretch>
          </p:blipFill>
          <p:spPr>
            <a:xfrm>
              <a:off x="0" y="-1"/>
              <a:ext cx="2880360" cy="6857999"/>
            </a:xfrm>
            <a:custGeom>
              <a:avLst/>
              <a:gdLst>
                <a:gd name="csX0" fmla="*/ 0 w 2880360"/>
                <a:gd name="csY0" fmla="*/ 0 h 6857999"/>
                <a:gd name="csX1" fmla="*/ 2880360 w 2880360"/>
                <a:gd name="csY1" fmla="*/ 0 h 6857999"/>
                <a:gd name="csX2" fmla="*/ 2880360 w 2880360"/>
                <a:gd name="csY2" fmla="*/ 6857999 h 6857999"/>
                <a:gd name="csX3" fmla="*/ 0 w 2880360"/>
                <a:gd name="csY3" fmla="*/ 6857999 h 6857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80360" h="6857999">
                  <a:moveTo>
                    <a:pt x="0" y="0"/>
                  </a:moveTo>
                  <a:lnTo>
                    <a:pt x="2880360" y="0"/>
                  </a:lnTo>
                  <a:lnTo>
                    <a:pt x="2880360" y="6857999"/>
                  </a:lnTo>
                  <a:lnTo>
                    <a:pt x="0" y="6857999"/>
                  </a:lnTo>
                  <a:close/>
                </a:path>
              </a:pathLst>
            </a:custGeom>
            <a:blipFill dpi="0" rotWithShape="1">
              <a:blip r:embed="rId2">
                <a:alphaModFix/>
              </a:blip>
              <a:srcRect/>
              <a:tile tx="0" ty="0" sx="100000" sy="100000" flip="none" algn="tl"/>
            </a:blipFill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25C529E-F39C-A905-E5E1-1DB0B6B4B274}"/>
                </a:ext>
              </a:extLst>
            </p:cNvPr>
            <p:cNvSpPr/>
            <p:nvPr/>
          </p:nvSpPr>
          <p:spPr>
            <a:xfrm>
              <a:off x="0" y="-1"/>
              <a:ext cx="2880360" cy="6857998"/>
            </a:xfrm>
            <a:prstGeom prst="rect">
              <a:avLst/>
            </a:prstGeom>
            <a:solidFill>
              <a:srgbClr val="033431">
                <a:alpha val="9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Montserrat" panose="00000500000000000000" pitchFamily="50" charset="0"/>
                </a:rPr>
                <a:t>COMPANY PROFILE</a:t>
              </a:r>
              <a:endParaRPr lang="en-IN" b="1" dirty="0">
                <a:solidFill>
                  <a:schemeClr val="bg1"/>
                </a:solidFill>
                <a:latin typeface="Montserrat" panose="00000500000000000000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5550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AA0A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237</TotalTime>
  <Words>250</Words>
  <Application>Microsoft Office PowerPoint</Application>
  <PresentationFormat>A4 Paper (210x297 mm)</PresentationFormat>
  <Paragraphs>48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Bauhaus 93</vt:lpstr>
      <vt:lpstr>Calibri</vt:lpstr>
      <vt:lpstr>Montserrat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Riyaz Ahmad</dc:creator>
  <cp:lastModifiedBy>Thammaiah ND</cp:lastModifiedBy>
  <cp:revision>56</cp:revision>
  <dcterms:created xsi:type="dcterms:W3CDTF">2026-03-10T06:21:55Z</dcterms:created>
  <dcterms:modified xsi:type="dcterms:W3CDTF">2026-04-16T17:38:51Z</dcterms:modified>
</cp:coreProperties>
</file>